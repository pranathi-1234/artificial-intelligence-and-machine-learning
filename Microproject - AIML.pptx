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ata3.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ata4.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sv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rawing4.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sv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C2F61F-79DC-4521-8396-1A4B4CF6D389}"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C764995D-6E3E-42FF-85CB-961BF1316471}">
      <dgm:prSet/>
      <dgm:spPr/>
      <dgm:t>
        <a:bodyPr/>
        <a:lstStyle/>
        <a:p>
          <a:pPr>
            <a:lnSpc>
              <a:spcPct val="100000"/>
            </a:lnSpc>
            <a:defRPr cap="all"/>
          </a:pPr>
          <a:r>
            <a:rPr lang="en-US"/>
            <a:t>Subjects (Math, Science, etc.) </a:t>
          </a:r>
        </a:p>
      </dgm:t>
    </dgm:pt>
    <dgm:pt modelId="{934B8816-494E-478F-83C0-3B1CB12CEFE3}" type="parTrans" cxnId="{0B218918-E463-4699-B9CC-EAE074EB1BF4}">
      <dgm:prSet/>
      <dgm:spPr/>
      <dgm:t>
        <a:bodyPr/>
        <a:lstStyle/>
        <a:p>
          <a:endParaRPr lang="en-US"/>
        </a:p>
      </dgm:t>
    </dgm:pt>
    <dgm:pt modelId="{39C10382-67B3-416F-84BE-5683064FACFA}" type="sibTrans" cxnId="{0B218918-E463-4699-B9CC-EAE074EB1BF4}">
      <dgm:prSet/>
      <dgm:spPr/>
      <dgm:t>
        <a:bodyPr/>
        <a:lstStyle/>
        <a:p>
          <a:endParaRPr lang="en-US"/>
        </a:p>
      </dgm:t>
    </dgm:pt>
    <dgm:pt modelId="{DC1435A6-5AAB-4A59-BAF8-DABCEC8A9C09}">
      <dgm:prSet/>
      <dgm:spPr/>
      <dgm:t>
        <a:bodyPr/>
        <a:lstStyle/>
        <a:p>
          <a:pPr>
            <a:lnSpc>
              <a:spcPct val="100000"/>
            </a:lnSpc>
            <a:defRPr cap="all"/>
          </a:pPr>
          <a:r>
            <a:rPr lang="en-US"/>
            <a:t>Available study hours </a:t>
          </a:r>
        </a:p>
      </dgm:t>
    </dgm:pt>
    <dgm:pt modelId="{EE10E0A3-B51A-41F5-8202-1DDF7F9A766E}" type="parTrans" cxnId="{97A2B652-AB03-42C9-912D-3FA3DF4F2C04}">
      <dgm:prSet/>
      <dgm:spPr/>
      <dgm:t>
        <a:bodyPr/>
        <a:lstStyle/>
        <a:p>
          <a:endParaRPr lang="en-US"/>
        </a:p>
      </dgm:t>
    </dgm:pt>
    <dgm:pt modelId="{3810D5B3-9A8D-4D58-9C2D-C6AD46C66BFF}" type="sibTrans" cxnId="{97A2B652-AB03-42C9-912D-3FA3DF4F2C04}">
      <dgm:prSet/>
      <dgm:spPr/>
      <dgm:t>
        <a:bodyPr/>
        <a:lstStyle/>
        <a:p>
          <a:endParaRPr lang="en-US"/>
        </a:p>
      </dgm:t>
    </dgm:pt>
    <dgm:pt modelId="{0A3A9EDD-07CB-47A2-B370-15BDB59402F9}">
      <dgm:prSet/>
      <dgm:spPr/>
      <dgm:t>
        <a:bodyPr/>
        <a:lstStyle/>
        <a:p>
          <a:pPr>
            <a:lnSpc>
              <a:spcPct val="100000"/>
            </a:lnSpc>
            <a:defRPr cap="all"/>
          </a:pPr>
          <a:r>
            <a:rPr lang="en-US"/>
            <a:t>Exam dates </a:t>
          </a:r>
        </a:p>
      </dgm:t>
    </dgm:pt>
    <dgm:pt modelId="{C409A152-53E7-4304-ADE9-C3CC85D2C56C}" type="parTrans" cxnId="{B44A1CA5-74B3-4919-B948-1FF95E76CC30}">
      <dgm:prSet/>
      <dgm:spPr/>
      <dgm:t>
        <a:bodyPr/>
        <a:lstStyle/>
        <a:p>
          <a:endParaRPr lang="en-US"/>
        </a:p>
      </dgm:t>
    </dgm:pt>
    <dgm:pt modelId="{92D67A8C-3463-474D-9CA7-C293687CCC26}" type="sibTrans" cxnId="{B44A1CA5-74B3-4919-B948-1FF95E76CC30}">
      <dgm:prSet/>
      <dgm:spPr/>
      <dgm:t>
        <a:bodyPr/>
        <a:lstStyle/>
        <a:p>
          <a:endParaRPr lang="en-US"/>
        </a:p>
      </dgm:t>
    </dgm:pt>
    <dgm:pt modelId="{1416C369-0BEC-482C-8D66-6F57DDF33EE2}">
      <dgm:prSet/>
      <dgm:spPr/>
      <dgm:t>
        <a:bodyPr/>
        <a:lstStyle/>
        <a:p>
          <a:pPr>
            <a:lnSpc>
              <a:spcPct val="100000"/>
            </a:lnSpc>
            <a:defRPr cap="all"/>
          </a:pPr>
          <a:r>
            <a:rPr lang="en-US"/>
            <a:t>Difficulty level (easy/medium/hard)</a:t>
          </a:r>
        </a:p>
      </dgm:t>
    </dgm:pt>
    <dgm:pt modelId="{1AD97765-1A4D-4AA7-9026-9B005688A420}" type="parTrans" cxnId="{5320C218-8D80-427B-BCFD-9830B87772BC}">
      <dgm:prSet/>
      <dgm:spPr/>
      <dgm:t>
        <a:bodyPr/>
        <a:lstStyle/>
        <a:p>
          <a:endParaRPr lang="en-US"/>
        </a:p>
      </dgm:t>
    </dgm:pt>
    <dgm:pt modelId="{8B6E547C-CA85-4D44-BECF-8C93F4198BA2}" type="sibTrans" cxnId="{5320C218-8D80-427B-BCFD-9830B87772BC}">
      <dgm:prSet/>
      <dgm:spPr/>
      <dgm:t>
        <a:bodyPr/>
        <a:lstStyle/>
        <a:p>
          <a:endParaRPr lang="en-US"/>
        </a:p>
      </dgm:t>
    </dgm:pt>
    <dgm:pt modelId="{9598274B-43BC-4675-8CF1-D5B37F7B65F4}" type="pres">
      <dgm:prSet presAssocID="{43C2F61F-79DC-4521-8396-1A4B4CF6D389}" presName="root" presStyleCnt="0">
        <dgm:presLayoutVars>
          <dgm:dir/>
          <dgm:resizeHandles val="exact"/>
        </dgm:presLayoutVars>
      </dgm:prSet>
      <dgm:spPr/>
    </dgm:pt>
    <dgm:pt modelId="{254A3A2B-A3B0-4BB0-9F9C-559313C49EFA}" type="pres">
      <dgm:prSet presAssocID="{C764995D-6E3E-42FF-85CB-961BF1316471}" presName="compNode" presStyleCnt="0"/>
      <dgm:spPr/>
    </dgm:pt>
    <dgm:pt modelId="{AE66239A-7316-423B-926E-1CB28A3AC1CC}" type="pres">
      <dgm:prSet presAssocID="{C764995D-6E3E-42FF-85CB-961BF1316471}" presName="iconBgRect" presStyleLbl="bgShp" presStyleIdx="0" presStyleCnt="4"/>
      <dgm:spPr>
        <a:prstGeom prst="round2DiagRect">
          <a:avLst>
            <a:gd name="adj1" fmla="val 29727"/>
            <a:gd name="adj2" fmla="val 0"/>
          </a:avLst>
        </a:prstGeom>
      </dgm:spPr>
    </dgm:pt>
    <dgm:pt modelId="{66C0B22F-36D6-443D-96B2-AD0F70E93608}" type="pres">
      <dgm:prSet presAssocID="{C764995D-6E3E-42FF-85CB-961BF131647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2DDEAAD4-F259-41D3-A7B3-9CE6FED5A7BE}" type="pres">
      <dgm:prSet presAssocID="{C764995D-6E3E-42FF-85CB-961BF1316471}" presName="spaceRect" presStyleCnt="0"/>
      <dgm:spPr/>
    </dgm:pt>
    <dgm:pt modelId="{63269CC6-2BF4-4AEE-8902-473972E1274F}" type="pres">
      <dgm:prSet presAssocID="{C764995D-6E3E-42FF-85CB-961BF1316471}" presName="textRect" presStyleLbl="revTx" presStyleIdx="0" presStyleCnt="4">
        <dgm:presLayoutVars>
          <dgm:chMax val="1"/>
          <dgm:chPref val="1"/>
        </dgm:presLayoutVars>
      </dgm:prSet>
      <dgm:spPr/>
    </dgm:pt>
    <dgm:pt modelId="{A5FD2D11-1B55-44E5-93B1-DED3CC4E6E98}" type="pres">
      <dgm:prSet presAssocID="{39C10382-67B3-416F-84BE-5683064FACFA}" presName="sibTrans" presStyleCnt="0"/>
      <dgm:spPr/>
    </dgm:pt>
    <dgm:pt modelId="{4F5C363E-3B0D-4143-9BB3-22698D252BEC}" type="pres">
      <dgm:prSet presAssocID="{DC1435A6-5AAB-4A59-BAF8-DABCEC8A9C09}" presName="compNode" presStyleCnt="0"/>
      <dgm:spPr/>
    </dgm:pt>
    <dgm:pt modelId="{67CFDD30-C37B-4C79-A5D6-681B0E2BFCE1}" type="pres">
      <dgm:prSet presAssocID="{DC1435A6-5AAB-4A59-BAF8-DABCEC8A9C09}" presName="iconBgRect" presStyleLbl="bgShp" presStyleIdx="1" presStyleCnt="4"/>
      <dgm:spPr>
        <a:prstGeom prst="round2DiagRect">
          <a:avLst>
            <a:gd name="adj1" fmla="val 29727"/>
            <a:gd name="adj2" fmla="val 0"/>
          </a:avLst>
        </a:prstGeom>
      </dgm:spPr>
    </dgm:pt>
    <dgm:pt modelId="{4331856F-5343-415A-871D-EDDFAA3BE9FD}" type="pres">
      <dgm:prSet presAssocID="{DC1435A6-5AAB-4A59-BAF8-DABCEC8A9C0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ck"/>
        </a:ext>
      </dgm:extLst>
    </dgm:pt>
    <dgm:pt modelId="{B04D534B-E7C4-4111-BBA4-7BE7625D2CCC}" type="pres">
      <dgm:prSet presAssocID="{DC1435A6-5AAB-4A59-BAF8-DABCEC8A9C09}" presName="spaceRect" presStyleCnt="0"/>
      <dgm:spPr/>
    </dgm:pt>
    <dgm:pt modelId="{E6AB96F1-80D4-4B38-B0CD-A25B28855F4D}" type="pres">
      <dgm:prSet presAssocID="{DC1435A6-5AAB-4A59-BAF8-DABCEC8A9C09}" presName="textRect" presStyleLbl="revTx" presStyleIdx="1" presStyleCnt="4">
        <dgm:presLayoutVars>
          <dgm:chMax val="1"/>
          <dgm:chPref val="1"/>
        </dgm:presLayoutVars>
      </dgm:prSet>
      <dgm:spPr/>
    </dgm:pt>
    <dgm:pt modelId="{ACBBFA59-EA45-4A40-8756-FEC240ECF167}" type="pres">
      <dgm:prSet presAssocID="{3810D5B3-9A8D-4D58-9C2D-C6AD46C66BFF}" presName="sibTrans" presStyleCnt="0"/>
      <dgm:spPr/>
    </dgm:pt>
    <dgm:pt modelId="{F0DC0DD3-A38D-4844-8F1C-8F8E6042FA5D}" type="pres">
      <dgm:prSet presAssocID="{0A3A9EDD-07CB-47A2-B370-15BDB59402F9}" presName="compNode" presStyleCnt="0"/>
      <dgm:spPr/>
    </dgm:pt>
    <dgm:pt modelId="{3B5A0EDC-8B3C-4394-A0CC-6CBFC5731B69}" type="pres">
      <dgm:prSet presAssocID="{0A3A9EDD-07CB-47A2-B370-15BDB59402F9}" presName="iconBgRect" presStyleLbl="bgShp" presStyleIdx="2" presStyleCnt="4"/>
      <dgm:spPr>
        <a:prstGeom prst="round2DiagRect">
          <a:avLst>
            <a:gd name="adj1" fmla="val 29727"/>
            <a:gd name="adj2" fmla="val 0"/>
          </a:avLst>
        </a:prstGeom>
      </dgm:spPr>
    </dgm:pt>
    <dgm:pt modelId="{FF27EB13-A201-4178-BA32-06BD2EE7D583}" type="pres">
      <dgm:prSet presAssocID="{0A3A9EDD-07CB-47A2-B370-15BDB59402F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0D9AF847-FBC6-463B-858F-1D1F67B83B6A}" type="pres">
      <dgm:prSet presAssocID="{0A3A9EDD-07CB-47A2-B370-15BDB59402F9}" presName="spaceRect" presStyleCnt="0"/>
      <dgm:spPr/>
    </dgm:pt>
    <dgm:pt modelId="{CEC6F340-F9AE-465D-877F-9003CEF34863}" type="pres">
      <dgm:prSet presAssocID="{0A3A9EDD-07CB-47A2-B370-15BDB59402F9}" presName="textRect" presStyleLbl="revTx" presStyleIdx="2" presStyleCnt="4">
        <dgm:presLayoutVars>
          <dgm:chMax val="1"/>
          <dgm:chPref val="1"/>
        </dgm:presLayoutVars>
      </dgm:prSet>
      <dgm:spPr/>
    </dgm:pt>
    <dgm:pt modelId="{23F338D5-7112-47F9-9496-242B1314446B}" type="pres">
      <dgm:prSet presAssocID="{92D67A8C-3463-474D-9CA7-C293687CCC26}" presName="sibTrans" presStyleCnt="0"/>
      <dgm:spPr/>
    </dgm:pt>
    <dgm:pt modelId="{EAAD9D11-FA94-4036-9029-313A9109ED63}" type="pres">
      <dgm:prSet presAssocID="{1416C369-0BEC-482C-8D66-6F57DDF33EE2}" presName="compNode" presStyleCnt="0"/>
      <dgm:spPr/>
    </dgm:pt>
    <dgm:pt modelId="{C2AE5A8F-C752-440D-8D64-22178989D43F}" type="pres">
      <dgm:prSet presAssocID="{1416C369-0BEC-482C-8D66-6F57DDF33EE2}" presName="iconBgRect" presStyleLbl="bgShp" presStyleIdx="3" presStyleCnt="4"/>
      <dgm:spPr>
        <a:prstGeom prst="round2DiagRect">
          <a:avLst>
            <a:gd name="adj1" fmla="val 29727"/>
            <a:gd name="adj2" fmla="val 0"/>
          </a:avLst>
        </a:prstGeom>
      </dgm:spPr>
    </dgm:pt>
    <dgm:pt modelId="{5F82E934-1422-4E52-AA07-9ABAC37F295E}" type="pres">
      <dgm:prSet presAssocID="{1416C369-0BEC-482C-8D66-6F57DDF33EE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grammer"/>
        </a:ext>
      </dgm:extLst>
    </dgm:pt>
    <dgm:pt modelId="{D504E8E2-4483-475A-9823-AE95A1AB561D}" type="pres">
      <dgm:prSet presAssocID="{1416C369-0BEC-482C-8D66-6F57DDF33EE2}" presName="spaceRect" presStyleCnt="0"/>
      <dgm:spPr/>
    </dgm:pt>
    <dgm:pt modelId="{BA7961A5-5A3F-4E2B-A305-D9093FB218CA}" type="pres">
      <dgm:prSet presAssocID="{1416C369-0BEC-482C-8D66-6F57DDF33EE2}" presName="textRect" presStyleLbl="revTx" presStyleIdx="3" presStyleCnt="4">
        <dgm:presLayoutVars>
          <dgm:chMax val="1"/>
          <dgm:chPref val="1"/>
        </dgm:presLayoutVars>
      </dgm:prSet>
      <dgm:spPr/>
    </dgm:pt>
  </dgm:ptLst>
  <dgm:cxnLst>
    <dgm:cxn modelId="{0B218918-E463-4699-B9CC-EAE074EB1BF4}" srcId="{43C2F61F-79DC-4521-8396-1A4B4CF6D389}" destId="{C764995D-6E3E-42FF-85CB-961BF1316471}" srcOrd="0" destOrd="0" parTransId="{934B8816-494E-478F-83C0-3B1CB12CEFE3}" sibTransId="{39C10382-67B3-416F-84BE-5683064FACFA}"/>
    <dgm:cxn modelId="{5320C218-8D80-427B-BCFD-9830B87772BC}" srcId="{43C2F61F-79DC-4521-8396-1A4B4CF6D389}" destId="{1416C369-0BEC-482C-8D66-6F57DDF33EE2}" srcOrd="3" destOrd="0" parTransId="{1AD97765-1A4D-4AA7-9026-9B005688A420}" sibTransId="{8B6E547C-CA85-4D44-BECF-8C93F4198BA2}"/>
    <dgm:cxn modelId="{2A3DC620-DFB4-415D-88A4-EFB2F0763C2D}" type="presOf" srcId="{1416C369-0BEC-482C-8D66-6F57DDF33EE2}" destId="{BA7961A5-5A3F-4E2B-A305-D9093FB218CA}" srcOrd="0" destOrd="0" presId="urn:microsoft.com/office/officeart/2018/5/layout/IconLeafLabelList"/>
    <dgm:cxn modelId="{396DE243-1348-4736-8F54-F9EA423906B9}" type="presOf" srcId="{C764995D-6E3E-42FF-85CB-961BF1316471}" destId="{63269CC6-2BF4-4AEE-8902-473972E1274F}" srcOrd="0" destOrd="0" presId="urn:microsoft.com/office/officeart/2018/5/layout/IconLeafLabelList"/>
    <dgm:cxn modelId="{97A2B652-AB03-42C9-912D-3FA3DF4F2C04}" srcId="{43C2F61F-79DC-4521-8396-1A4B4CF6D389}" destId="{DC1435A6-5AAB-4A59-BAF8-DABCEC8A9C09}" srcOrd="1" destOrd="0" parTransId="{EE10E0A3-B51A-41F5-8202-1DDF7F9A766E}" sibTransId="{3810D5B3-9A8D-4D58-9C2D-C6AD46C66BFF}"/>
    <dgm:cxn modelId="{7B50EC55-E94F-40DF-AF85-C003F7AC32AE}" type="presOf" srcId="{43C2F61F-79DC-4521-8396-1A4B4CF6D389}" destId="{9598274B-43BC-4675-8CF1-D5B37F7B65F4}" srcOrd="0" destOrd="0" presId="urn:microsoft.com/office/officeart/2018/5/layout/IconLeafLabelList"/>
    <dgm:cxn modelId="{B44A1CA5-74B3-4919-B948-1FF95E76CC30}" srcId="{43C2F61F-79DC-4521-8396-1A4B4CF6D389}" destId="{0A3A9EDD-07CB-47A2-B370-15BDB59402F9}" srcOrd="2" destOrd="0" parTransId="{C409A152-53E7-4304-ADE9-C3CC85D2C56C}" sibTransId="{92D67A8C-3463-474D-9CA7-C293687CCC26}"/>
    <dgm:cxn modelId="{F1989DC3-3E89-445A-BD0A-76645B84838C}" type="presOf" srcId="{DC1435A6-5AAB-4A59-BAF8-DABCEC8A9C09}" destId="{E6AB96F1-80D4-4B38-B0CD-A25B28855F4D}" srcOrd="0" destOrd="0" presId="urn:microsoft.com/office/officeart/2018/5/layout/IconLeafLabelList"/>
    <dgm:cxn modelId="{C767A8EB-B9E2-4EE4-BAC2-967F525CD007}" type="presOf" srcId="{0A3A9EDD-07CB-47A2-B370-15BDB59402F9}" destId="{CEC6F340-F9AE-465D-877F-9003CEF34863}" srcOrd="0" destOrd="0" presId="urn:microsoft.com/office/officeart/2018/5/layout/IconLeafLabelList"/>
    <dgm:cxn modelId="{03558032-4145-43D4-8049-04F2C92AFFD6}" type="presParOf" srcId="{9598274B-43BC-4675-8CF1-D5B37F7B65F4}" destId="{254A3A2B-A3B0-4BB0-9F9C-559313C49EFA}" srcOrd="0" destOrd="0" presId="urn:microsoft.com/office/officeart/2018/5/layout/IconLeafLabelList"/>
    <dgm:cxn modelId="{F65E5C6A-B61C-446A-9049-D7046940D46D}" type="presParOf" srcId="{254A3A2B-A3B0-4BB0-9F9C-559313C49EFA}" destId="{AE66239A-7316-423B-926E-1CB28A3AC1CC}" srcOrd="0" destOrd="0" presId="urn:microsoft.com/office/officeart/2018/5/layout/IconLeafLabelList"/>
    <dgm:cxn modelId="{DA035447-ADD6-4F89-B1E3-2074F183F09A}" type="presParOf" srcId="{254A3A2B-A3B0-4BB0-9F9C-559313C49EFA}" destId="{66C0B22F-36D6-443D-96B2-AD0F70E93608}" srcOrd="1" destOrd="0" presId="urn:microsoft.com/office/officeart/2018/5/layout/IconLeafLabelList"/>
    <dgm:cxn modelId="{47841D14-ACD1-46B9-98C7-4D2766E45D1C}" type="presParOf" srcId="{254A3A2B-A3B0-4BB0-9F9C-559313C49EFA}" destId="{2DDEAAD4-F259-41D3-A7B3-9CE6FED5A7BE}" srcOrd="2" destOrd="0" presId="urn:microsoft.com/office/officeart/2018/5/layout/IconLeafLabelList"/>
    <dgm:cxn modelId="{80CFE3DD-D76C-48FB-AC65-89F50C44FFB1}" type="presParOf" srcId="{254A3A2B-A3B0-4BB0-9F9C-559313C49EFA}" destId="{63269CC6-2BF4-4AEE-8902-473972E1274F}" srcOrd="3" destOrd="0" presId="urn:microsoft.com/office/officeart/2018/5/layout/IconLeafLabelList"/>
    <dgm:cxn modelId="{D2DA7C2F-DBE7-4020-A495-0A0A43AC87FD}" type="presParOf" srcId="{9598274B-43BC-4675-8CF1-D5B37F7B65F4}" destId="{A5FD2D11-1B55-44E5-93B1-DED3CC4E6E98}" srcOrd="1" destOrd="0" presId="urn:microsoft.com/office/officeart/2018/5/layout/IconLeafLabelList"/>
    <dgm:cxn modelId="{77FCA218-FC2F-4531-8D08-286BA8A42A0A}" type="presParOf" srcId="{9598274B-43BC-4675-8CF1-D5B37F7B65F4}" destId="{4F5C363E-3B0D-4143-9BB3-22698D252BEC}" srcOrd="2" destOrd="0" presId="urn:microsoft.com/office/officeart/2018/5/layout/IconLeafLabelList"/>
    <dgm:cxn modelId="{75DDF459-012F-412D-807D-60389CBECB9A}" type="presParOf" srcId="{4F5C363E-3B0D-4143-9BB3-22698D252BEC}" destId="{67CFDD30-C37B-4C79-A5D6-681B0E2BFCE1}" srcOrd="0" destOrd="0" presId="urn:microsoft.com/office/officeart/2018/5/layout/IconLeafLabelList"/>
    <dgm:cxn modelId="{5B427DED-71C1-4DA5-8902-7B9C2C0D06C6}" type="presParOf" srcId="{4F5C363E-3B0D-4143-9BB3-22698D252BEC}" destId="{4331856F-5343-415A-871D-EDDFAA3BE9FD}" srcOrd="1" destOrd="0" presId="urn:microsoft.com/office/officeart/2018/5/layout/IconLeafLabelList"/>
    <dgm:cxn modelId="{B09BA268-513B-47C6-B973-B446FDD94B32}" type="presParOf" srcId="{4F5C363E-3B0D-4143-9BB3-22698D252BEC}" destId="{B04D534B-E7C4-4111-BBA4-7BE7625D2CCC}" srcOrd="2" destOrd="0" presId="urn:microsoft.com/office/officeart/2018/5/layout/IconLeafLabelList"/>
    <dgm:cxn modelId="{ECB91C9A-725B-47ED-AB4C-6D0F41261EC8}" type="presParOf" srcId="{4F5C363E-3B0D-4143-9BB3-22698D252BEC}" destId="{E6AB96F1-80D4-4B38-B0CD-A25B28855F4D}" srcOrd="3" destOrd="0" presId="urn:microsoft.com/office/officeart/2018/5/layout/IconLeafLabelList"/>
    <dgm:cxn modelId="{38F8B576-ACC0-4550-81A5-D9ADE8AF7E57}" type="presParOf" srcId="{9598274B-43BC-4675-8CF1-D5B37F7B65F4}" destId="{ACBBFA59-EA45-4A40-8756-FEC240ECF167}" srcOrd="3" destOrd="0" presId="urn:microsoft.com/office/officeart/2018/5/layout/IconLeafLabelList"/>
    <dgm:cxn modelId="{D032CFBD-9732-4DC4-B7A5-84F8D58861AD}" type="presParOf" srcId="{9598274B-43BC-4675-8CF1-D5B37F7B65F4}" destId="{F0DC0DD3-A38D-4844-8F1C-8F8E6042FA5D}" srcOrd="4" destOrd="0" presId="urn:microsoft.com/office/officeart/2018/5/layout/IconLeafLabelList"/>
    <dgm:cxn modelId="{0E31D4F2-D021-42D0-B00D-26279BF485C5}" type="presParOf" srcId="{F0DC0DD3-A38D-4844-8F1C-8F8E6042FA5D}" destId="{3B5A0EDC-8B3C-4394-A0CC-6CBFC5731B69}" srcOrd="0" destOrd="0" presId="urn:microsoft.com/office/officeart/2018/5/layout/IconLeafLabelList"/>
    <dgm:cxn modelId="{EAAC8A05-3544-43F1-A6C0-4A28FF6AFB40}" type="presParOf" srcId="{F0DC0DD3-A38D-4844-8F1C-8F8E6042FA5D}" destId="{FF27EB13-A201-4178-BA32-06BD2EE7D583}" srcOrd="1" destOrd="0" presId="urn:microsoft.com/office/officeart/2018/5/layout/IconLeafLabelList"/>
    <dgm:cxn modelId="{CBE93223-6A36-4F90-986D-294C7F912106}" type="presParOf" srcId="{F0DC0DD3-A38D-4844-8F1C-8F8E6042FA5D}" destId="{0D9AF847-FBC6-463B-858F-1D1F67B83B6A}" srcOrd="2" destOrd="0" presId="urn:microsoft.com/office/officeart/2018/5/layout/IconLeafLabelList"/>
    <dgm:cxn modelId="{B81DAAA4-44AA-42AD-A0BE-5E7A5D924C87}" type="presParOf" srcId="{F0DC0DD3-A38D-4844-8F1C-8F8E6042FA5D}" destId="{CEC6F340-F9AE-465D-877F-9003CEF34863}" srcOrd="3" destOrd="0" presId="urn:microsoft.com/office/officeart/2018/5/layout/IconLeafLabelList"/>
    <dgm:cxn modelId="{7EFDB6BB-2055-4AE6-AB64-A629E9CDC7A5}" type="presParOf" srcId="{9598274B-43BC-4675-8CF1-D5B37F7B65F4}" destId="{23F338D5-7112-47F9-9496-242B1314446B}" srcOrd="5" destOrd="0" presId="urn:microsoft.com/office/officeart/2018/5/layout/IconLeafLabelList"/>
    <dgm:cxn modelId="{7F354B95-9F46-44A7-AFC5-2FF80AE724BE}" type="presParOf" srcId="{9598274B-43BC-4675-8CF1-D5B37F7B65F4}" destId="{EAAD9D11-FA94-4036-9029-313A9109ED63}" srcOrd="6" destOrd="0" presId="urn:microsoft.com/office/officeart/2018/5/layout/IconLeafLabelList"/>
    <dgm:cxn modelId="{0860B39E-74AE-426C-9FDE-45E9D40C2F67}" type="presParOf" srcId="{EAAD9D11-FA94-4036-9029-313A9109ED63}" destId="{C2AE5A8F-C752-440D-8D64-22178989D43F}" srcOrd="0" destOrd="0" presId="urn:microsoft.com/office/officeart/2018/5/layout/IconLeafLabelList"/>
    <dgm:cxn modelId="{42A0C0DC-2A64-4C17-B25C-089D1AB96C2B}" type="presParOf" srcId="{EAAD9D11-FA94-4036-9029-313A9109ED63}" destId="{5F82E934-1422-4E52-AA07-9ABAC37F295E}" srcOrd="1" destOrd="0" presId="urn:microsoft.com/office/officeart/2018/5/layout/IconLeafLabelList"/>
    <dgm:cxn modelId="{AF17DB04-ABD4-456C-A8FB-404BBDFC9E8B}" type="presParOf" srcId="{EAAD9D11-FA94-4036-9029-313A9109ED63}" destId="{D504E8E2-4483-475A-9823-AE95A1AB561D}" srcOrd="2" destOrd="0" presId="urn:microsoft.com/office/officeart/2018/5/layout/IconLeafLabelList"/>
    <dgm:cxn modelId="{76185B4B-FD8A-453B-A6EF-599D8E7327FF}" type="presParOf" srcId="{EAAD9D11-FA94-4036-9029-313A9109ED63}" destId="{BA7961A5-5A3F-4E2B-A305-D9093FB218CA}"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F93017-4564-49BB-B4F8-1DDB946F6B8E}"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7BAEA43-0C44-467B-A5D9-49DD8DF57B75}">
      <dgm:prSet/>
      <dgm:spPr/>
      <dgm:t>
        <a:bodyPr/>
        <a:lstStyle/>
        <a:p>
          <a:pPr>
            <a:defRPr b="1"/>
          </a:pPr>
          <a:r>
            <a:rPr lang="en-US"/>
            <a:t>Simulation means testing how the system works.</a:t>
          </a:r>
        </a:p>
      </dgm:t>
    </dgm:pt>
    <dgm:pt modelId="{E149C2E5-903A-4BDB-A252-7E1019BAA638}" type="parTrans" cxnId="{E62F2847-ECD9-4135-AA6C-E130F3A8FB9A}">
      <dgm:prSet/>
      <dgm:spPr/>
      <dgm:t>
        <a:bodyPr/>
        <a:lstStyle/>
        <a:p>
          <a:endParaRPr lang="en-US"/>
        </a:p>
      </dgm:t>
    </dgm:pt>
    <dgm:pt modelId="{23B093A0-83DC-4D19-984A-AE973EC78358}" type="sibTrans" cxnId="{E62F2847-ECD9-4135-AA6C-E130F3A8FB9A}">
      <dgm:prSet/>
      <dgm:spPr/>
      <dgm:t>
        <a:bodyPr/>
        <a:lstStyle/>
        <a:p>
          <a:endParaRPr lang="en-US"/>
        </a:p>
      </dgm:t>
    </dgm:pt>
    <dgm:pt modelId="{F9958386-A03C-4680-A097-2D381849299B}">
      <dgm:prSet/>
      <dgm:spPr/>
      <dgm:t>
        <a:bodyPr/>
        <a:lstStyle/>
        <a:p>
          <a:pPr>
            <a:defRPr b="1"/>
          </a:pPr>
          <a:r>
            <a:rPr lang="en-US"/>
            <a:t>Example Scenario:</a:t>
          </a:r>
        </a:p>
      </dgm:t>
    </dgm:pt>
    <dgm:pt modelId="{8A72DF59-19B3-45C0-8AE4-1C1267738346}" type="parTrans" cxnId="{B7E2D4B8-FE9D-4B3D-991C-C3DC44FE0D5C}">
      <dgm:prSet/>
      <dgm:spPr/>
      <dgm:t>
        <a:bodyPr/>
        <a:lstStyle/>
        <a:p>
          <a:endParaRPr lang="en-US"/>
        </a:p>
      </dgm:t>
    </dgm:pt>
    <dgm:pt modelId="{2794B79D-348E-4D96-9BFC-7F78D8572CBA}" type="sibTrans" cxnId="{B7E2D4B8-FE9D-4B3D-991C-C3DC44FE0D5C}">
      <dgm:prSet/>
      <dgm:spPr/>
      <dgm:t>
        <a:bodyPr/>
        <a:lstStyle/>
        <a:p>
          <a:endParaRPr lang="en-US"/>
        </a:p>
      </dgm:t>
    </dgm:pt>
    <dgm:pt modelId="{B4703612-6CE6-4FD3-8DAC-920527283B33}">
      <dgm:prSet/>
      <dgm:spPr/>
      <dgm:t>
        <a:bodyPr/>
        <a:lstStyle/>
        <a:p>
          <a:r>
            <a:rPr lang="en-US"/>
            <a:t>Student has 3 subjects </a:t>
          </a:r>
        </a:p>
      </dgm:t>
    </dgm:pt>
    <dgm:pt modelId="{42F9F287-DD9C-4EC7-ADA1-63E5CC4D9E0C}" type="parTrans" cxnId="{F871AD50-FC16-425A-972A-F59910398856}">
      <dgm:prSet/>
      <dgm:spPr/>
      <dgm:t>
        <a:bodyPr/>
        <a:lstStyle/>
        <a:p>
          <a:endParaRPr lang="en-US"/>
        </a:p>
      </dgm:t>
    </dgm:pt>
    <dgm:pt modelId="{51D13C4D-D098-4F90-ADF0-570E1E776203}" type="sibTrans" cxnId="{F871AD50-FC16-425A-972A-F59910398856}">
      <dgm:prSet/>
      <dgm:spPr/>
      <dgm:t>
        <a:bodyPr/>
        <a:lstStyle/>
        <a:p>
          <a:endParaRPr lang="en-US"/>
        </a:p>
      </dgm:t>
    </dgm:pt>
    <dgm:pt modelId="{8F83AECD-ED95-4409-88D5-70E7B74AB4CC}">
      <dgm:prSet/>
      <dgm:spPr/>
      <dgm:t>
        <a:bodyPr/>
        <a:lstStyle/>
        <a:p>
          <a:r>
            <a:rPr lang="en-US"/>
            <a:t>Weak in Math → AI assigns more time </a:t>
          </a:r>
        </a:p>
      </dgm:t>
    </dgm:pt>
    <dgm:pt modelId="{F61606DB-1531-4C29-A721-A23807B3A800}" type="parTrans" cxnId="{FFE5856C-DA7D-4F42-9C84-B8BB29FC063C}">
      <dgm:prSet/>
      <dgm:spPr/>
      <dgm:t>
        <a:bodyPr/>
        <a:lstStyle/>
        <a:p>
          <a:endParaRPr lang="en-US"/>
        </a:p>
      </dgm:t>
    </dgm:pt>
    <dgm:pt modelId="{9DBEE9B8-C0C1-4E25-B255-DD9E6BA24C13}" type="sibTrans" cxnId="{FFE5856C-DA7D-4F42-9C84-B8BB29FC063C}">
      <dgm:prSet/>
      <dgm:spPr/>
      <dgm:t>
        <a:bodyPr/>
        <a:lstStyle/>
        <a:p>
          <a:endParaRPr lang="en-US"/>
        </a:p>
      </dgm:t>
    </dgm:pt>
    <dgm:pt modelId="{657B1E5C-1B54-4526-9734-70283781214B}">
      <dgm:prSet/>
      <dgm:spPr/>
      <dgm:t>
        <a:bodyPr/>
        <a:lstStyle/>
        <a:p>
          <a:r>
            <a:rPr lang="en-US"/>
            <a:t>Strong in English → Less time allocated</a:t>
          </a:r>
        </a:p>
      </dgm:t>
    </dgm:pt>
    <dgm:pt modelId="{C97204CD-DE48-4B42-859D-9593B8FD2AC7}" type="parTrans" cxnId="{EBFBC138-0EBD-48FA-81E5-C0E6FFAD70F2}">
      <dgm:prSet/>
      <dgm:spPr/>
      <dgm:t>
        <a:bodyPr/>
        <a:lstStyle/>
        <a:p>
          <a:endParaRPr lang="en-US"/>
        </a:p>
      </dgm:t>
    </dgm:pt>
    <dgm:pt modelId="{AAED6CA1-8528-4BC3-A8D4-F77DBE4EC74B}" type="sibTrans" cxnId="{EBFBC138-0EBD-48FA-81E5-C0E6FFAD70F2}">
      <dgm:prSet/>
      <dgm:spPr/>
      <dgm:t>
        <a:bodyPr/>
        <a:lstStyle/>
        <a:p>
          <a:endParaRPr lang="en-US"/>
        </a:p>
      </dgm:t>
    </dgm:pt>
    <dgm:pt modelId="{8746E639-63F3-46B5-8D6E-E82A52FF6227}" type="pres">
      <dgm:prSet presAssocID="{1FF93017-4564-49BB-B4F8-1DDB946F6B8E}" presName="root" presStyleCnt="0">
        <dgm:presLayoutVars>
          <dgm:dir/>
          <dgm:resizeHandles val="exact"/>
        </dgm:presLayoutVars>
      </dgm:prSet>
      <dgm:spPr/>
    </dgm:pt>
    <dgm:pt modelId="{FED284BF-193B-4E34-8056-31DC1E0F8180}" type="pres">
      <dgm:prSet presAssocID="{47BAEA43-0C44-467B-A5D9-49DD8DF57B75}" presName="compNode" presStyleCnt="0"/>
      <dgm:spPr/>
    </dgm:pt>
    <dgm:pt modelId="{BCA4FEC8-EE53-4D80-94F8-620CACF09C1B}" type="pres">
      <dgm:prSet presAssocID="{47BAEA43-0C44-467B-A5D9-49DD8DF57B7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B169FD96-7FB2-4764-AF50-7210414E6A01}" type="pres">
      <dgm:prSet presAssocID="{47BAEA43-0C44-467B-A5D9-49DD8DF57B75}" presName="iconSpace" presStyleCnt="0"/>
      <dgm:spPr/>
    </dgm:pt>
    <dgm:pt modelId="{F48AE0C7-08C7-4107-85E8-DE5F48FF4238}" type="pres">
      <dgm:prSet presAssocID="{47BAEA43-0C44-467B-A5D9-49DD8DF57B75}" presName="parTx" presStyleLbl="revTx" presStyleIdx="0" presStyleCnt="4">
        <dgm:presLayoutVars>
          <dgm:chMax val="0"/>
          <dgm:chPref val="0"/>
        </dgm:presLayoutVars>
      </dgm:prSet>
      <dgm:spPr/>
    </dgm:pt>
    <dgm:pt modelId="{1F9776F6-FDCF-44C3-9D39-301998B472E3}" type="pres">
      <dgm:prSet presAssocID="{47BAEA43-0C44-467B-A5D9-49DD8DF57B75}" presName="txSpace" presStyleCnt="0"/>
      <dgm:spPr/>
    </dgm:pt>
    <dgm:pt modelId="{1D6C65CF-207A-4E1B-B47E-FA2254F51E89}" type="pres">
      <dgm:prSet presAssocID="{47BAEA43-0C44-467B-A5D9-49DD8DF57B75}" presName="desTx" presStyleLbl="revTx" presStyleIdx="1" presStyleCnt="4">
        <dgm:presLayoutVars/>
      </dgm:prSet>
      <dgm:spPr/>
    </dgm:pt>
    <dgm:pt modelId="{9894EE15-DF30-40BA-84CD-006DD21729FF}" type="pres">
      <dgm:prSet presAssocID="{23B093A0-83DC-4D19-984A-AE973EC78358}" presName="sibTrans" presStyleCnt="0"/>
      <dgm:spPr/>
    </dgm:pt>
    <dgm:pt modelId="{41C1D5F2-4E70-49F1-8186-5A4A697608BD}" type="pres">
      <dgm:prSet presAssocID="{F9958386-A03C-4680-A097-2D381849299B}" presName="compNode" presStyleCnt="0"/>
      <dgm:spPr/>
    </dgm:pt>
    <dgm:pt modelId="{C4C1A98B-4A44-4ED2-B318-0D57FD8DAD89}" type="pres">
      <dgm:prSet presAssocID="{F9958386-A03C-4680-A097-2D381849299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A7294B2F-EA4D-4945-B280-AE2F40A30B07}" type="pres">
      <dgm:prSet presAssocID="{F9958386-A03C-4680-A097-2D381849299B}" presName="iconSpace" presStyleCnt="0"/>
      <dgm:spPr/>
    </dgm:pt>
    <dgm:pt modelId="{A58B20B5-06E3-46A2-BDB2-99AFEE9DB9C1}" type="pres">
      <dgm:prSet presAssocID="{F9958386-A03C-4680-A097-2D381849299B}" presName="parTx" presStyleLbl="revTx" presStyleIdx="2" presStyleCnt="4">
        <dgm:presLayoutVars>
          <dgm:chMax val="0"/>
          <dgm:chPref val="0"/>
        </dgm:presLayoutVars>
      </dgm:prSet>
      <dgm:spPr/>
    </dgm:pt>
    <dgm:pt modelId="{B7479A6D-EEE3-4781-A062-9ABB371FDEBE}" type="pres">
      <dgm:prSet presAssocID="{F9958386-A03C-4680-A097-2D381849299B}" presName="txSpace" presStyleCnt="0"/>
      <dgm:spPr/>
    </dgm:pt>
    <dgm:pt modelId="{F3939C34-DF45-4FDC-A34E-DB7AD1B34096}" type="pres">
      <dgm:prSet presAssocID="{F9958386-A03C-4680-A097-2D381849299B}" presName="desTx" presStyleLbl="revTx" presStyleIdx="3" presStyleCnt="4">
        <dgm:presLayoutVars/>
      </dgm:prSet>
      <dgm:spPr/>
    </dgm:pt>
  </dgm:ptLst>
  <dgm:cxnLst>
    <dgm:cxn modelId="{D5B5DF1D-1947-4EA0-AF69-ED5ADC50C685}" type="presOf" srcId="{F9958386-A03C-4680-A097-2D381849299B}" destId="{A58B20B5-06E3-46A2-BDB2-99AFEE9DB9C1}" srcOrd="0" destOrd="0" presId="urn:microsoft.com/office/officeart/2018/5/layout/CenteredIconLabelDescriptionList"/>
    <dgm:cxn modelId="{86270926-06F7-4CE2-8B5E-E3A03ACF0912}" type="presOf" srcId="{B4703612-6CE6-4FD3-8DAC-920527283B33}" destId="{F3939C34-DF45-4FDC-A34E-DB7AD1B34096}" srcOrd="0" destOrd="0" presId="urn:microsoft.com/office/officeart/2018/5/layout/CenteredIconLabelDescriptionList"/>
    <dgm:cxn modelId="{EBFBC138-0EBD-48FA-81E5-C0E6FFAD70F2}" srcId="{F9958386-A03C-4680-A097-2D381849299B}" destId="{657B1E5C-1B54-4526-9734-70283781214B}" srcOrd="2" destOrd="0" parTransId="{C97204CD-DE48-4B42-859D-9593B8FD2AC7}" sibTransId="{AAED6CA1-8528-4BC3-A8D4-F77DBE4EC74B}"/>
    <dgm:cxn modelId="{B1578B39-DE86-4FE8-AF8F-0C5F30CF15FA}" type="presOf" srcId="{8F83AECD-ED95-4409-88D5-70E7B74AB4CC}" destId="{F3939C34-DF45-4FDC-A34E-DB7AD1B34096}" srcOrd="0" destOrd="1" presId="urn:microsoft.com/office/officeart/2018/5/layout/CenteredIconLabelDescriptionList"/>
    <dgm:cxn modelId="{F652353D-62BF-4AC8-B005-5E8DF737CC38}" type="presOf" srcId="{1FF93017-4564-49BB-B4F8-1DDB946F6B8E}" destId="{8746E639-63F3-46B5-8D6E-E82A52FF6227}" srcOrd="0" destOrd="0" presId="urn:microsoft.com/office/officeart/2018/5/layout/CenteredIconLabelDescriptionList"/>
    <dgm:cxn modelId="{E62F2847-ECD9-4135-AA6C-E130F3A8FB9A}" srcId="{1FF93017-4564-49BB-B4F8-1DDB946F6B8E}" destId="{47BAEA43-0C44-467B-A5D9-49DD8DF57B75}" srcOrd="0" destOrd="0" parTransId="{E149C2E5-903A-4BDB-A252-7E1019BAA638}" sibTransId="{23B093A0-83DC-4D19-984A-AE973EC78358}"/>
    <dgm:cxn modelId="{FFE5856C-DA7D-4F42-9C84-B8BB29FC063C}" srcId="{F9958386-A03C-4680-A097-2D381849299B}" destId="{8F83AECD-ED95-4409-88D5-70E7B74AB4CC}" srcOrd="1" destOrd="0" parTransId="{F61606DB-1531-4C29-A721-A23807B3A800}" sibTransId="{9DBEE9B8-C0C1-4E25-B255-DD9E6BA24C13}"/>
    <dgm:cxn modelId="{F871AD50-FC16-425A-972A-F59910398856}" srcId="{F9958386-A03C-4680-A097-2D381849299B}" destId="{B4703612-6CE6-4FD3-8DAC-920527283B33}" srcOrd="0" destOrd="0" parTransId="{42F9F287-DD9C-4EC7-ADA1-63E5CC4D9E0C}" sibTransId="{51D13C4D-D098-4F90-ADF0-570E1E776203}"/>
    <dgm:cxn modelId="{83945F72-E4B4-41D4-8E10-B2644D20F6F8}" type="presOf" srcId="{47BAEA43-0C44-467B-A5D9-49DD8DF57B75}" destId="{F48AE0C7-08C7-4107-85E8-DE5F48FF4238}" srcOrd="0" destOrd="0" presId="urn:microsoft.com/office/officeart/2018/5/layout/CenteredIconLabelDescriptionList"/>
    <dgm:cxn modelId="{B7E2D4B8-FE9D-4B3D-991C-C3DC44FE0D5C}" srcId="{1FF93017-4564-49BB-B4F8-1DDB946F6B8E}" destId="{F9958386-A03C-4680-A097-2D381849299B}" srcOrd="1" destOrd="0" parTransId="{8A72DF59-19B3-45C0-8AE4-1C1267738346}" sibTransId="{2794B79D-348E-4D96-9BFC-7F78D8572CBA}"/>
    <dgm:cxn modelId="{F87896F3-0741-405B-A66F-D77239D926DB}" type="presOf" srcId="{657B1E5C-1B54-4526-9734-70283781214B}" destId="{F3939C34-DF45-4FDC-A34E-DB7AD1B34096}" srcOrd="0" destOrd="2" presId="urn:microsoft.com/office/officeart/2018/5/layout/CenteredIconLabelDescriptionList"/>
    <dgm:cxn modelId="{4E615B95-9A4E-43F9-8BF0-914FC3D368DD}" type="presParOf" srcId="{8746E639-63F3-46B5-8D6E-E82A52FF6227}" destId="{FED284BF-193B-4E34-8056-31DC1E0F8180}" srcOrd="0" destOrd="0" presId="urn:microsoft.com/office/officeart/2018/5/layout/CenteredIconLabelDescriptionList"/>
    <dgm:cxn modelId="{76BA14F4-5FDD-4C8E-9F00-7AD0B27B68DE}" type="presParOf" srcId="{FED284BF-193B-4E34-8056-31DC1E0F8180}" destId="{BCA4FEC8-EE53-4D80-94F8-620CACF09C1B}" srcOrd="0" destOrd="0" presId="urn:microsoft.com/office/officeart/2018/5/layout/CenteredIconLabelDescriptionList"/>
    <dgm:cxn modelId="{E6252CE1-48AB-4633-ABC3-3C322F550B0D}" type="presParOf" srcId="{FED284BF-193B-4E34-8056-31DC1E0F8180}" destId="{B169FD96-7FB2-4764-AF50-7210414E6A01}" srcOrd="1" destOrd="0" presId="urn:microsoft.com/office/officeart/2018/5/layout/CenteredIconLabelDescriptionList"/>
    <dgm:cxn modelId="{5A4A3625-E0A4-462B-B19C-383530261836}" type="presParOf" srcId="{FED284BF-193B-4E34-8056-31DC1E0F8180}" destId="{F48AE0C7-08C7-4107-85E8-DE5F48FF4238}" srcOrd="2" destOrd="0" presId="urn:microsoft.com/office/officeart/2018/5/layout/CenteredIconLabelDescriptionList"/>
    <dgm:cxn modelId="{C8EB4A8B-C0DE-4C33-A82F-E63E840B8412}" type="presParOf" srcId="{FED284BF-193B-4E34-8056-31DC1E0F8180}" destId="{1F9776F6-FDCF-44C3-9D39-301998B472E3}" srcOrd="3" destOrd="0" presId="urn:microsoft.com/office/officeart/2018/5/layout/CenteredIconLabelDescriptionList"/>
    <dgm:cxn modelId="{95573000-C9A3-4FB9-B7A9-F878FF9B08C2}" type="presParOf" srcId="{FED284BF-193B-4E34-8056-31DC1E0F8180}" destId="{1D6C65CF-207A-4E1B-B47E-FA2254F51E89}" srcOrd="4" destOrd="0" presId="urn:microsoft.com/office/officeart/2018/5/layout/CenteredIconLabelDescriptionList"/>
    <dgm:cxn modelId="{E1F0269C-7133-4C43-9E0E-045F76420918}" type="presParOf" srcId="{8746E639-63F3-46B5-8D6E-E82A52FF6227}" destId="{9894EE15-DF30-40BA-84CD-006DD21729FF}" srcOrd="1" destOrd="0" presId="urn:microsoft.com/office/officeart/2018/5/layout/CenteredIconLabelDescriptionList"/>
    <dgm:cxn modelId="{3F2406C6-AF69-48F6-AD29-809E9DF9EFC9}" type="presParOf" srcId="{8746E639-63F3-46B5-8D6E-E82A52FF6227}" destId="{41C1D5F2-4E70-49F1-8186-5A4A697608BD}" srcOrd="2" destOrd="0" presId="urn:microsoft.com/office/officeart/2018/5/layout/CenteredIconLabelDescriptionList"/>
    <dgm:cxn modelId="{7965D72B-21A2-4C3A-B5D2-86553DEC77E9}" type="presParOf" srcId="{41C1D5F2-4E70-49F1-8186-5A4A697608BD}" destId="{C4C1A98B-4A44-4ED2-B318-0D57FD8DAD89}" srcOrd="0" destOrd="0" presId="urn:microsoft.com/office/officeart/2018/5/layout/CenteredIconLabelDescriptionList"/>
    <dgm:cxn modelId="{3613CF5C-16B5-4694-8FB4-0D32DFA4B402}" type="presParOf" srcId="{41C1D5F2-4E70-49F1-8186-5A4A697608BD}" destId="{A7294B2F-EA4D-4945-B280-AE2F40A30B07}" srcOrd="1" destOrd="0" presId="urn:microsoft.com/office/officeart/2018/5/layout/CenteredIconLabelDescriptionList"/>
    <dgm:cxn modelId="{10BDEF8B-A32B-4679-9954-6480E9F384F5}" type="presParOf" srcId="{41C1D5F2-4E70-49F1-8186-5A4A697608BD}" destId="{A58B20B5-06E3-46A2-BDB2-99AFEE9DB9C1}" srcOrd="2" destOrd="0" presId="urn:microsoft.com/office/officeart/2018/5/layout/CenteredIconLabelDescriptionList"/>
    <dgm:cxn modelId="{7179F734-2BFA-4A43-97D8-E1E77D5A3CC6}" type="presParOf" srcId="{41C1D5F2-4E70-49F1-8186-5A4A697608BD}" destId="{B7479A6D-EEE3-4781-A062-9ABB371FDEBE}" srcOrd="3" destOrd="0" presId="urn:microsoft.com/office/officeart/2018/5/layout/CenteredIconLabelDescriptionList"/>
    <dgm:cxn modelId="{1AD97E48-62D4-4915-ABD8-FEE5DAEFF64B}" type="presParOf" srcId="{41C1D5F2-4E70-49F1-8186-5A4A697608BD}" destId="{F3939C34-DF45-4FDC-A34E-DB7AD1B34096}"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9EF163C-FAEB-4FAF-8BF6-2DB33A786DE8}"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5A56C097-2BF8-4B70-98EA-4292AFB1016B}">
      <dgm:prSet/>
      <dgm:spPr/>
      <dgm:t>
        <a:bodyPr/>
        <a:lstStyle/>
        <a:p>
          <a:r>
            <a:rPr lang="en-IN"/>
            <a:t>Personalized learning</a:t>
          </a:r>
          <a:endParaRPr lang="en-US"/>
        </a:p>
      </dgm:t>
    </dgm:pt>
    <dgm:pt modelId="{CD204E32-9F9B-4DB6-B63B-7B7DE0D957E1}" type="parTrans" cxnId="{7652F946-3772-4994-AF52-70AD92F842EC}">
      <dgm:prSet/>
      <dgm:spPr/>
      <dgm:t>
        <a:bodyPr/>
        <a:lstStyle/>
        <a:p>
          <a:endParaRPr lang="en-US"/>
        </a:p>
      </dgm:t>
    </dgm:pt>
    <dgm:pt modelId="{CBE45BF1-768B-4A92-A587-48A69CA770E2}" type="sibTrans" cxnId="{7652F946-3772-4994-AF52-70AD92F842EC}">
      <dgm:prSet/>
      <dgm:spPr/>
      <dgm:t>
        <a:bodyPr/>
        <a:lstStyle/>
        <a:p>
          <a:endParaRPr lang="en-US"/>
        </a:p>
      </dgm:t>
    </dgm:pt>
    <dgm:pt modelId="{073828F1-CD68-4BD1-A148-9A28B1D6A0BB}">
      <dgm:prSet/>
      <dgm:spPr/>
      <dgm:t>
        <a:bodyPr/>
        <a:lstStyle/>
        <a:p>
          <a:r>
            <a:rPr lang="en-IN"/>
            <a:t>Better time management</a:t>
          </a:r>
          <a:endParaRPr lang="en-US"/>
        </a:p>
      </dgm:t>
    </dgm:pt>
    <dgm:pt modelId="{F35CCD1B-D34C-41D2-8ECC-CC0346F06933}" type="parTrans" cxnId="{DC41DABD-B7C7-449E-A0F8-56B89B4A320D}">
      <dgm:prSet/>
      <dgm:spPr/>
      <dgm:t>
        <a:bodyPr/>
        <a:lstStyle/>
        <a:p>
          <a:endParaRPr lang="en-US"/>
        </a:p>
      </dgm:t>
    </dgm:pt>
    <dgm:pt modelId="{78F78B07-8E88-4BED-B1C0-5A575837CE52}" type="sibTrans" cxnId="{DC41DABD-B7C7-449E-A0F8-56B89B4A320D}">
      <dgm:prSet/>
      <dgm:spPr/>
      <dgm:t>
        <a:bodyPr/>
        <a:lstStyle/>
        <a:p>
          <a:endParaRPr lang="en-US"/>
        </a:p>
      </dgm:t>
    </dgm:pt>
    <dgm:pt modelId="{402AE4DA-A7C4-45B2-8F56-E181299E9050}">
      <dgm:prSet/>
      <dgm:spPr/>
      <dgm:t>
        <a:bodyPr/>
        <a:lstStyle/>
        <a:p>
          <a:r>
            <a:rPr lang="en-IN"/>
            <a:t>Reduces exam stress</a:t>
          </a:r>
          <a:endParaRPr lang="en-US"/>
        </a:p>
      </dgm:t>
    </dgm:pt>
    <dgm:pt modelId="{3AE81CCA-C49A-473C-8F0B-67EE863DCA24}" type="parTrans" cxnId="{EF884A94-E586-4856-99B5-C8CF24740DE3}">
      <dgm:prSet/>
      <dgm:spPr/>
      <dgm:t>
        <a:bodyPr/>
        <a:lstStyle/>
        <a:p>
          <a:endParaRPr lang="en-US"/>
        </a:p>
      </dgm:t>
    </dgm:pt>
    <dgm:pt modelId="{65FCF3F9-4BEA-4FBC-93CE-71401395EBC0}" type="sibTrans" cxnId="{EF884A94-E586-4856-99B5-C8CF24740DE3}">
      <dgm:prSet/>
      <dgm:spPr/>
      <dgm:t>
        <a:bodyPr/>
        <a:lstStyle/>
        <a:p>
          <a:endParaRPr lang="en-US"/>
        </a:p>
      </dgm:t>
    </dgm:pt>
    <dgm:pt modelId="{C12D65C8-0F20-4563-88AE-066112C75699}">
      <dgm:prSet/>
      <dgm:spPr/>
      <dgm:t>
        <a:bodyPr/>
        <a:lstStyle/>
        <a:p>
          <a:r>
            <a:rPr lang="en-IN"/>
            <a:t>Improves academic performance</a:t>
          </a:r>
          <a:endParaRPr lang="en-US"/>
        </a:p>
      </dgm:t>
    </dgm:pt>
    <dgm:pt modelId="{DE54FB29-E78E-4C22-95C0-5CFC9B0E0488}" type="parTrans" cxnId="{51EAAA56-0377-473C-8F25-95F852ED60A7}">
      <dgm:prSet/>
      <dgm:spPr/>
      <dgm:t>
        <a:bodyPr/>
        <a:lstStyle/>
        <a:p>
          <a:endParaRPr lang="en-US"/>
        </a:p>
      </dgm:t>
    </dgm:pt>
    <dgm:pt modelId="{4E63FAC4-CFA2-4E40-8D78-C2F504795F76}" type="sibTrans" cxnId="{51EAAA56-0377-473C-8F25-95F852ED60A7}">
      <dgm:prSet/>
      <dgm:spPr/>
      <dgm:t>
        <a:bodyPr/>
        <a:lstStyle/>
        <a:p>
          <a:endParaRPr lang="en-US"/>
        </a:p>
      </dgm:t>
    </dgm:pt>
    <dgm:pt modelId="{C014A7F9-FD70-4E2C-A092-54BA8B069F76}">
      <dgm:prSet/>
      <dgm:spPr/>
      <dgm:t>
        <a:bodyPr/>
        <a:lstStyle/>
        <a:p>
          <a:r>
            <a:rPr lang="en-IN"/>
            <a:t>Dynamic schedule updates</a:t>
          </a:r>
          <a:endParaRPr lang="en-US"/>
        </a:p>
      </dgm:t>
    </dgm:pt>
    <dgm:pt modelId="{39B7CB20-B606-4445-8627-04D0FA134FB5}" type="parTrans" cxnId="{EAF41A22-2758-4B75-A1F6-DBC6093347A8}">
      <dgm:prSet/>
      <dgm:spPr/>
      <dgm:t>
        <a:bodyPr/>
        <a:lstStyle/>
        <a:p>
          <a:endParaRPr lang="en-US"/>
        </a:p>
      </dgm:t>
    </dgm:pt>
    <dgm:pt modelId="{9FF779DE-19E9-401A-9B59-F59E6A1B7ED9}" type="sibTrans" cxnId="{EAF41A22-2758-4B75-A1F6-DBC6093347A8}">
      <dgm:prSet/>
      <dgm:spPr/>
      <dgm:t>
        <a:bodyPr/>
        <a:lstStyle/>
        <a:p>
          <a:endParaRPr lang="en-US"/>
        </a:p>
      </dgm:t>
    </dgm:pt>
    <dgm:pt modelId="{03A90BE3-5C3A-4366-8551-01020C88B39E}" type="pres">
      <dgm:prSet presAssocID="{E9EF163C-FAEB-4FAF-8BF6-2DB33A786DE8}" presName="root" presStyleCnt="0">
        <dgm:presLayoutVars>
          <dgm:dir/>
          <dgm:resizeHandles val="exact"/>
        </dgm:presLayoutVars>
      </dgm:prSet>
      <dgm:spPr/>
    </dgm:pt>
    <dgm:pt modelId="{1DD25153-5FA2-4054-AC1F-3CE29824E965}" type="pres">
      <dgm:prSet presAssocID="{5A56C097-2BF8-4B70-98EA-4292AFB1016B}" presName="compNode" presStyleCnt="0"/>
      <dgm:spPr/>
    </dgm:pt>
    <dgm:pt modelId="{536FD6AA-532B-4E7A-A95E-2F1BFE11A767}" type="pres">
      <dgm:prSet presAssocID="{5A56C097-2BF8-4B70-98EA-4292AFB1016B}" presName="bgRect" presStyleLbl="bgShp" presStyleIdx="0" presStyleCnt="5"/>
      <dgm:spPr/>
    </dgm:pt>
    <dgm:pt modelId="{21D9B7BD-940C-48B7-990F-6879B9716D7B}" type="pres">
      <dgm:prSet presAssocID="{5A56C097-2BF8-4B70-98EA-4292AFB1016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7ADF0451-CC98-41FA-AA37-D51166371E62}" type="pres">
      <dgm:prSet presAssocID="{5A56C097-2BF8-4B70-98EA-4292AFB1016B}" presName="spaceRect" presStyleCnt="0"/>
      <dgm:spPr/>
    </dgm:pt>
    <dgm:pt modelId="{F4E3E64B-C326-47E1-943F-42ABB79096F3}" type="pres">
      <dgm:prSet presAssocID="{5A56C097-2BF8-4B70-98EA-4292AFB1016B}" presName="parTx" presStyleLbl="revTx" presStyleIdx="0" presStyleCnt="5">
        <dgm:presLayoutVars>
          <dgm:chMax val="0"/>
          <dgm:chPref val="0"/>
        </dgm:presLayoutVars>
      </dgm:prSet>
      <dgm:spPr/>
    </dgm:pt>
    <dgm:pt modelId="{B9DF7882-AF62-4290-8FA5-7F0A94ABF4F4}" type="pres">
      <dgm:prSet presAssocID="{CBE45BF1-768B-4A92-A587-48A69CA770E2}" presName="sibTrans" presStyleCnt="0"/>
      <dgm:spPr/>
    </dgm:pt>
    <dgm:pt modelId="{FA0EC5B8-4671-4600-96C5-3993BBAD6BA6}" type="pres">
      <dgm:prSet presAssocID="{073828F1-CD68-4BD1-A148-9A28B1D6A0BB}" presName="compNode" presStyleCnt="0"/>
      <dgm:spPr/>
    </dgm:pt>
    <dgm:pt modelId="{91728DE7-D29F-494C-AF3F-A81382F485A2}" type="pres">
      <dgm:prSet presAssocID="{073828F1-CD68-4BD1-A148-9A28B1D6A0BB}" presName="bgRect" presStyleLbl="bgShp" presStyleIdx="1" presStyleCnt="5"/>
      <dgm:spPr/>
    </dgm:pt>
    <dgm:pt modelId="{3CD89E9B-34EB-434F-B7A6-640F6CF3A62B}" type="pres">
      <dgm:prSet presAssocID="{073828F1-CD68-4BD1-A148-9A28B1D6A0B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0755E5AF-D12C-4EB6-A323-FC3256BB457D}" type="pres">
      <dgm:prSet presAssocID="{073828F1-CD68-4BD1-A148-9A28B1D6A0BB}" presName="spaceRect" presStyleCnt="0"/>
      <dgm:spPr/>
    </dgm:pt>
    <dgm:pt modelId="{0EB35151-5D6D-490A-955C-F1E5ACA543A4}" type="pres">
      <dgm:prSet presAssocID="{073828F1-CD68-4BD1-A148-9A28B1D6A0BB}" presName="parTx" presStyleLbl="revTx" presStyleIdx="1" presStyleCnt="5">
        <dgm:presLayoutVars>
          <dgm:chMax val="0"/>
          <dgm:chPref val="0"/>
        </dgm:presLayoutVars>
      </dgm:prSet>
      <dgm:spPr/>
    </dgm:pt>
    <dgm:pt modelId="{B8479AC8-D86C-4468-A592-4F4349C23F44}" type="pres">
      <dgm:prSet presAssocID="{78F78B07-8E88-4BED-B1C0-5A575837CE52}" presName="sibTrans" presStyleCnt="0"/>
      <dgm:spPr/>
    </dgm:pt>
    <dgm:pt modelId="{93903183-1932-4BE8-98AA-D9E2C8C463D0}" type="pres">
      <dgm:prSet presAssocID="{402AE4DA-A7C4-45B2-8F56-E181299E9050}" presName="compNode" presStyleCnt="0"/>
      <dgm:spPr/>
    </dgm:pt>
    <dgm:pt modelId="{EE7BEF36-7B9F-4611-A9C4-025006056FE6}" type="pres">
      <dgm:prSet presAssocID="{402AE4DA-A7C4-45B2-8F56-E181299E9050}" presName="bgRect" presStyleLbl="bgShp" presStyleIdx="2" presStyleCnt="5"/>
      <dgm:spPr/>
    </dgm:pt>
    <dgm:pt modelId="{F98C7094-F31F-42B4-A546-89514218EEAA}" type="pres">
      <dgm:prSet presAssocID="{402AE4DA-A7C4-45B2-8F56-E181299E905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ain in head"/>
        </a:ext>
      </dgm:extLst>
    </dgm:pt>
    <dgm:pt modelId="{621E2B0F-C3F6-4D20-A955-1636AE56143B}" type="pres">
      <dgm:prSet presAssocID="{402AE4DA-A7C4-45B2-8F56-E181299E9050}" presName="spaceRect" presStyleCnt="0"/>
      <dgm:spPr/>
    </dgm:pt>
    <dgm:pt modelId="{F4C6279B-ACAA-4601-A47A-C6A3002E6EA4}" type="pres">
      <dgm:prSet presAssocID="{402AE4DA-A7C4-45B2-8F56-E181299E9050}" presName="parTx" presStyleLbl="revTx" presStyleIdx="2" presStyleCnt="5">
        <dgm:presLayoutVars>
          <dgm:chMax val="0"/>
          <dgm:chPref val="0"/>
        </dgm:presLayoutVars>
      </dgm:prSet>
      <dgm:spPr/>
    </dgm:pt>
    <dgm:pt modelId="{D9368EF4-273B-46E9-8921-A1539368FF97}" type="pres">
      <dgm:prSet presAssocID="{65FCF3F9-4BEA-4FBC-93CE-71401395EBC0}" presName="sibTrans" presStyleCnt="0"/>
      <dgm:spPr/>
    </dgm:pt>
    <dgm:pt modelId="{19ABA569-A2BF-44BD-847C-0EE2B4D24E99}" type="pres">
      <dgm:prSet presAssocID="{C12D65C8-0F20-4563-88AE-066112C75699}" presName="compNode" presStyleCnt="0"/>
      <dgm:spPr/>
    </dgm:pt>
    <dgm:pt modelId="{BFE9DCDF-38D0-48FC-855B-4182489299FB}" type="pres">
      <dgm:prSet presAssocID="{C12D65C8-0F20-4563-88AE-066112C75699}" presName="bgRect" presStyleLbl="bgShp" presStyleIdx="3" presStyleCnt="5"/>
      <dgm:spPr/>
    </dgm:pt>
    <dgm:pt modelId="{E7DEEF5E-103B-4B0E-9D40-663026A9F430}" type="pres">
      <dgm:prSet presAssocID="{C12D65C8-0F20-4563-88AE-066112C7569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ooks"/>
        </a:ext>
      </dgm:extLst>
    </dgm:pt>
    <dgm:pt modelId="{F97C6DB0-8053-45E6-BA7E-FFF5C039757D}" type="pres">
      <dgm:prSet presAssocID="{C12D65C8-0F20-4563-88AE-066112C75699}" presName="spaceRect" presStyleCnt="0"/>
      <dgm:spPr/>
    </dgm:pt>
    <dgm:pt modelId="{26F7E2F0-5D8A-47F6-AC11-1A1DFCDEB7B2}" type="pres">
      <dgm:prSet presAssocID="{C12D65C8-0F20-4563-88AE-066112C75699}" presName="parTx" presStyleLbl="revTx" presStyleIdx="3" presStyleCnt="5">
        <dgm:presLayoutVars>
          <dgm:chMax val="0"/>
          <dgm:chPref val="0"/>
        </dgm:presLayoutVars>
      </dgm:prSet>
      <dgm:spPr/>
    </dgm:pt>
    <dgm:pt modelId="{BA2AC1E5-A6D1-4AC2-99C8-C8944134E283}" type="pres">
      <dgm:prSet presAssocID="{4E63FAC4-CFA2-4E40-8D78-C2F504795F76}" presName="sibTrans" presStyleCnt="0"/>
      <dgm:spPr/>
    </dgm:pt>
    <dgm:pt modelId="{CC26F8D5-70E2-410D-8120-D15896901FF9}" type="pres">
      <dgm:prSet presAssocID="{C014A7F9-FD70-4E2C-A092-54BA8B069F76}" presName="compNode" presStyleCnt="0"/>
      <dgm:spPr/>
    </dgm:pt>
    <dgm:pt modelId="{1ECE1529-6AD3-47CA-AA1D-72201E19E9B2}" type="pres">
      <dgm:prSet presAssocID="{C014A7F9-FD70-4E2C-A092-54BA8B069F76}" presName="bgRect" presStyleLbl="bgShp" presStyleIdx="4" presStyleCnt="5"/>
      <dgm:spPr/>
    </dgm:pt>
    <dgm:pt modelId="{EC06331F-E0F0-432B-B31D-7C1C71BBC4E4}" type="pres">
      <dgm:prSet presAssocID="{C014A7F9-FD70-4E2C-A092-54BA8B069F7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BBFAFED4-251F-4891-8A5E-7CA7CE53589C}" type="pres">
      <dgm:prSet presAssocID="{C014A7F9-FD70-4E2C-A092-54BA8B069F76}" presName="spaceRect" presStyleCnt="0"/>
      <dgm:spPr/>
    </dgm:pt>
    <dgm:pt modelId="{AFBC1C20-5987-4E45-9859-5EF241C49EE4}" type="pres">
      <dgm:prSet presAssocID="{C014A7F9-FD70-4E2C-A092-54BA8B069F76}" presName="parTx" presStyleLbl="revTx" presStyleIdx="4" presStyleCnt="5">
        <dgm:presLayoutVars>
          <dgm:chMax val="0"/>
          <dgm:chPref val="0"/>
        </dgm:presLayoutVars>
      </dgm:prSet>
      <dgm:spPr/>
    </dgm:pt>
  </dgm:ptLst>
  <dgm:cxnLst>
    <dgm:cxn modelId="{DB5FE200-08E8-4AA9-8F49-7E6FA683D1F2}" type="presOf" srcId="{E9EF163C-FAEB-4FAF-8BF6-2DB33A786DE8}" destId="{03A90BE3-5C3A-4366-8551-01020C88B39E}" srcOrd="0" destOrd="0" presId="urn:microsoft.com/office/officeart/2018/2/layout/IconVerticalSolidList"/>
    <dgm:cxn modelId="{D351D609-2735-4D04-968C-B7D8C951D4B9}" type="presOf" srcId="{C014A7F9-FD70-4E2C-A092-54BA8B069F76}" destId="{AFBC1C20-5987-4E45-9859-5EF241C49EE4}" srcOrd="0" destOrd="0" presId="urn:microsoft.com/office/officeart/2018/2/layout/IconVerticalSolidList"/>
    <dgm:cxn modelId="{EAF41A22-2758-4B75-A1F6-DBC6093347A8}" srcId="{E9EF163C-FAEB-4FAF-8BF6-2DB33A786DE8}" destId="{C014A7F9-FD70-4E2C-A092-54BA8B069F76}" srcOrd="4" destOrd="0" parTransId="{39B7CB20-B606-4445-8627-04D0FA134FB5}" sibTransId="{9FF779DE-19E9-401A-9B59-F59E6A1B7ED9}"/>
    <dgm:cxn modelId="{3EC02627-5CB1-4242-820D-691948C74EA6}" type="presOf" srcId="{402AE4DA-A7C4-45B2-8F56-E181299E9050}" destId="{F4C6279B-ACAA-4601-A47A-C6A3002E6EA4}" srcOrd="0" destOrd="0" presId="urn:microsoft.com/office/officeart/2018/2/layout/IconVerticalSolidList"/>
    <dgm:cxn modelId="{88230741-DEA8-4F37-AB6B-9517883E9246}" type="presOf" srcId="{5A56C097-2BF8-4B70-98EA-4292AFB1016B}" destId="{F4E3E64B-C326-47E1-943F-42ABB79096F3}" srcOrd="0" destOrd="0" presId="urn:microsoft.com/office/officeart/2018/2/layout/IconVerticalSolidList"/>
    <dgm:cxn modelId="{7652F946-3772-4994-AF52-70AD92F842EC}" srcId="{E9EF163C-FAEB-4FAF-8BF6-2DB33A786DE8}" destId="{5A56C097-2BF8-4B70-98EA-4292AFB1016B}" srcOrd="0" destOrd="0" parTransId="{CD204E32-9F9B-4DB6-B63B-7B7DE0D957E1}" sibTransId="{CBE45BF1-768B-4A92-A587-48A69CA770E2}"/>
    <dgm:cxn modelId="{69BC856A-6293-4D30-8431-DE6CABFF723E}" type="presOf" srcId="{073828F1-CD68-4BD1-A148-9A28B1D6A0BB}" destId="{0EB35151-5D6D-490A-955C-F1E5ACA543A4}" srcOrd="0" destOrd="0" presId="urn:microsoft.com/office/officeart/2018/2/layout/IconVerticalSolidList"/>
    <dgm:cxn modelId="{51EAAA56-0377-473C-8F25-95F852ED60A7}" srcId="{E9EF163C-FAEB-4FAF-8BF6-2DB33A786DE8}" destId="{C12D65C8-0F20-4563-88AE-066112C75699}" srcOrd="3" destOrd="0" parTransId="{DE54FB29-E78E-4C22-95C0-5CFC9B0E0488}" sibTransId="{4E63FAC4-CFA2-4E40-8D78-C2F504795F76}"/>
    <dgm:cxn modelId="{EF884A94-E586-4856-99B5-C8CF24740DE3}" srcId="{E9EF163C-FAEB-4FAF-8BF6-2DB33A786DE8}" destId="{402AE4DA-A7C4-45B2-8F56-E181299E9050}" srcOrd="2" destOrd="0" parTransId="{3AE81CCA-C49A-473C-8F0B-67EE863DCA24}" sibTransId="{65FCF3F9-4BEA-4FBC-93CE-71401395EBC0}"/>
    <dgm:cxn modelId="{DC41DABD-B7C7-449E-A0F8-56B89B4A320D}" srcId="{E9EF163C-FAEB-4FAF-8BF6-2DB33A786DE8}" destId="{073828F1-CD68-4BD1-A148-9A28B1D6A0BB}" srcOrd="1" destOrd="0" parTransId="{F35CCD1B-D34C-41D2-8ECC-CC0346F06933}" sibTransId="{78F78B07-8E88-4BED-B1C0-5A575837CE52}"/>
    <dgm:cxn modelId="{98470CF9-81FC-4BB6-A89B-A639D6811B4E}" type="presOf" srcId="{C12D65C8-0F20-4563-88AE-066112C75699}" destId="{26F7E2F0-5D8A-47F6-AC11-1A1DFCDEB7B2}" srcOrd="0" destOrd="0" presId="urn:microsoft.com/office/officeart/2018/2/layout/IconVerticalSolidList"/>
    <dgm:cxn modelId="{B8FCC694-6E79-471C-A2EE-B59E30E02174}" type="presParOf" srcId="{03A90BE3-5C3A-4366-8551-01020C88B39E}" destId="{1DD25153-5FA2-4054-AC1F-3CE29824E965}" srcOrd="0" destOrd="0" presId="urn:microsoft.com/office/officeart/2018/2/layout/IconVerticalSolidList"/>
    <dgm:cxn modelId="{581140F1-B24A-4176-BDF8-6C975D126EE1}" type="presParOf" srcId="{1DD25153-5FA2-4054-AC1F-3CE29824E965}" destId="{536FD6AA-532B-4E7A-A95E-2F1BFE11A767}" srcOrd="0" destOrd="0" presId="urn:microsoft.com/office/officeart/2018/2/layout/IconVerticalSolidList"/>
    <dgm:cxn modelId="{9252F28F-04DC-4F23-A4B2-7918B9EAB0C6}" type="presParOf" srcId="{1DD25153-5FA2-4054-AC1F-3CE29824E965}" destId="{21D9B7BD-940C-48B7-990F-6879B9716D7B}" srcOrd="1" destOrd="0" presId="urn:microsoft.com/office/officeart/2018/2/layout/IconVerticalSolidList"/>
    <dgm:cxn modelId="{35D41730-7F27-4D01-BEF7-76A89261756E}" type="presParOf" srcId="{1DD25153-5FA2-4054-AC1F-3CE29824E965}" destId="{7ADF0451-CC98-41FA-AA37-D51166371E62}" srcOrd="2" destOrd="0" presId="urn:microsoft.com/office/officeart/2018/2/layout/IconVerticalSolidList"/>
    <dgm:cxn modelId="{C25BED7C-1CA6-4293-AEB5-E1E6ABCE7824}" type="presParOf" srcId="{1DD25153-5FA2-4054-AC1F-3CE29824E965}" destId="{F4E3E64B-C326-47E1-943F-42ABB79096F3}" srcOrd="3" destOrd="0" presId="urn:microsoft.com/office/officeart/2018/2/layout/IconVerticalSolidList"/>
    <dgm:cxn modelId="{4CA7B3E3-260A-48A4-B3F1-DBE027B2BCD7}" type="presParOf" srcId="{03A90BE3-5C3A-4366-8551-01020C88B39E}" destId="{B9DF7882-AF62-4290-8FA5-7F0A94ABF4F4}" srcOrd="1" destOrd="0" presId="urn:microsoft.com/office/officeart/2018/2/layout/IconVerticalSolidList"/>
    <dgm:cxn modelId="{122394E3-86B2-43D9-AE36-BED20733645B}" type="presParOf" srcId="{03A90BE3-5C3A-4366-8551-01020C88B39E}" destId="{FA0EC5B8-4671-4600-96C5-3993BBAD6BA6}" srcOrd="2" destOrd="0" presId="urn:microsoft.com/office/officeart/2018/2/layout/IconVerticalSolidList"/>
    <dgm:cxn modelId="{B1461B49-D8A7-4F83-A0A8-065F2413E0BF}" type="presParOf" srcId="{FA0EC5B8-4671-4600-96C5-3993BBAD6BA6}" destId="{91728DE7-D29F-494C-AF3F-A81382F485A2}" srcOrd="0" destOrd="0" presId="urn:microsoft.com/office/officeart/2018/2/layout/IconVerticalSolidList"/>
    <dgm:cxn modelId="{141960B8-4DEB-4018-8892-E85C2E0E8DB5}" type="presParOf" srcId="{FA0EC5B8-4671-4600-96C5-3993BBAD6BA6}" destId="{3CD89E9B-34EB-434F-B7A6-640F6CF3A62B}" srcOrd="1" destOrd="0" presId="urn:microsoft.com/office/officeart/2018/2/layout/IconVerticalSolidList"/>
    <dgm:cxn modelId="{DA5C6B3A-A967-4D5F-923B-49335FD7DAFD}" type="presParOf" srcId="{FA0EC5B8-4671-4600-96C5-3993BBAD6BA6}" destId="{0755E5AF-D12C-4EB6-A323-FC3256BB457D}" srcOrd="2" destOrd="0" presId="urn:microsoft.com/office/officeart/2018/2/layout/IconVerticalSolidList"/>
    <dgm:cxn modelId="{45269431-1FE4-4493-8B36-8A92FFC85DCA}" type="presParOf" srcId="{FA0EC5B8-4671-4600-96C5-3993BBAD6BA6}" destId="{0EB35151-5D6D-490A-955C-F1E5ACA543A4}" srcOrd="3" destOrd="0" presId="urn:microsoft.com/office/officeart/2018/2/layout/IconVerticalSolidList"/>
    <dgm:cxn modelId="{9F77D51C-B4FD-4725-8A2E-58D682DA8434}" type="presParOf" srcId="{03A90BE3-5C3A-4366-8551-01020C88B39E}" destId="{B8479AC8-D86C-4468-A592-4F4349C23F44}" srcOrd="3" destOrd="0" presId="urn:microsoft.com/office/officeart/2018/2/layout/IconVerticalSolidList"/>
    <dgm:cxn modelId="{24D59ECA-C34F-4C0F-AFB3-B9205CA46F6A}" type="presParOf" srcId="{03A90BE3-5C3A-4366-8551-01020C88B39E}" destId="{93903183-1932-4BE8-98AA-D9E2C8C463D0}" srcOrd="4" destOrd="0" presId="urn:microsoft.com/office/officeart/2018/2/layout/IconVerticalSolidList"/>
    <dgm:cxn modelId="{560A1848-5649-427B-8AD9-DFD7AA01BEBB}" type="presParOf" srcId="{93903183-1932-4BE8-98AA-D9E2C8C463D0}" destId="{EE7BEF36-7B9F-4611-A9C4-025006056FE6}" srcOrd="0" destOrd="0" presId="urn:microsoft.com/office/officeart/2018/2/layout/IconVerticalSolidList"/>
    <dgm:cxn modelId="{53C5B182-0694-4301-804A-FBA23BC5CAC1}" type="presParOf" srcId="{93903183-1932-4BE8-98AA-D9E2C8C463D0}" destId="{F98C7094-F31F-42B4-A546-89514218EEAA}" srcOrd="1" destOrd="0" presId="urn:microsoft.com/office/officeart/2018/2/layout/IconVerticalSolidList"/>
    <dgm:cxn modelId="{58235B00-ADD9-465E-8EC7-55DFC52B5178}" type="presParOf" srcId="{93903183-1932-4BE8-98AA-D9E2C8C463D0}" destId="{621E2B0F-C3F6-4D20-A955-1636AE56143B}" srcOrd="2" destOrd="0" presId="urn:microsoft.com/office/officeart/2018/2/layout/IconVerticalSolidList"/>
    <dgm:cxn modelId="{E51667E7-3C90-44FA-B51C-B7697AAF53F0}" type="presParOf" srcId="{93903183-1932-4BE8-98AA-D9E2C8C463D0}" destId="{F4C6279B-ACAA-4601-A47A-C6A3002E6EA4}" srcOrd="3" destOrd="0" presId="urn:microsoft.com/office/officeart/2018/2/layout/IconVerticalSolidList"/>
    <dgm:cxn modelId="{72D74C81-CC3F-4E31-849D-79C7E9A3C240}" type="presParOf" srcId="{03A90BE3-5C3A-4366-8551-01020C88B39E}" destId="{D9368EF4-273B-46E9-8921-A1539368FF97}" srcOrd="5" destOrd="0" presId="urn:microsoft.com/office/officeart/2018/2/layout/IconVerticalSolidList"/>
    <dgm:cxn modelId="{12661247-7FAD-45D4-8E8D-E691B96B9004}" type="presParOf" srcId="{03A90BE3-5C3A-4366-8551-01020C88B39E}" destId="{19ABA569-A2BF-44BD-847C-0EE2B4D24E99}" srcOrd="6" destOrd="0" presId="urn:microsoft.com/office/officeart/2018/2/layout/IconVerticalSolidList"/>
    <dgm:cxn modelId="{14262082-1586-4CA7-B49C-8D9A30B15569}" type="presParOf" srcId="{19ABA569-A2BF-44BD-847C-0EE2B4D24E99}" destId="{BFE9DCDF-38D0-48FC-855B-4182489299FB}" srcOrd="0" destOrd="0" presId="urn:microsoft.com/office/officeart/2018/2/layout/IconVerticalSolidList"/>
    <dgm:cxn modelId="{56EF0C49-D451-43C6-82DC-1ED92055071A}" type="presParOf" srcId="{19ABA569-A2BF-44BD-847C-0EE2B4D24E99}" destId="{E7DEEF5E-103B-4B0E-9D40-663026A9F430}" srcOrd="1" destOrd="0" presId="urn:microsoft.com/office/officeart/2018/2/layout/IconVerticalSolidList"/>
    <dgm:cxn modelId="{D8BB8A4D-1A69-4A18-93A6-55CE7E7527E2}" type="presParOf" srcId="{19ABA569-A2BF-44BD-847C-0EE2B4D24E99}" destId="{F97C6DB0-8053-45E6-BA7E-FFF5C039757D}" srcOrd="2" destOrd="0" presId="urn:microsoft.com/office/officeart/2018/2/layout/IconVerticalSolidList"/>
    <dgm:cxn modelId="{81BAB5AA-1983-416E-B4BE-DC771EE53C7F}" type="presParOf" srcId="{19ABA569-A2BF-44BD-847C-0EE2B4D24E99}" destId="{26F7E2F0-5D8A-47F6-AC11-1A1DFCDEB7B2}" srcOrd="3" destOrd="0" presId="urn:microsoft.com/office/officeart/2018/2/layout/IconVerticalSolidList"/>
    <dgm:cxn modelId="{650E8BB9-BEB8-4750-BC36-E4D7286C1906}" type="presParOf" srcId="{03A90BE3-5C3A-4366-8551-01020C88B39E}" destId="{BA2AC1E5-A6D1-4AC2-99C8-C8944134E283}" srcOrd="7" destOrd="0" presId="urn:microsoft.com/office/officeart/2018/2/layout/IconVerticalSolidList"/>
    <dgm:cxn modelId="{8F68A9D2-E04F-4368-ABA1-27EEA3EBE12E}" type="presParOf" srcId="{03A90BE3-5C3A-4366-8551-01020C88B39E}" destId="{CC26F8D5-70E2-410D-8120-D15896901FF9}" srcOrd="8" destOrd="0" presId="urn:microsoft.com/office/officeart/2018/2/layout/IconVerticalSolidList"/>
    <dgm:cxn modelId="{A6F17C5A-C05A-4068-9755-8ED5E81F922D}" type="presParOf" srcId="{CC26F8D5-70E2-410D-8120-D15896901FF9}" destId="{1ECE1529-6AD3-47CA-AA1D-72201E19E9B2}" srcOrd="0" destOrd="0" presId="urn:microsoft.com/office/officeart/2018/2/layout/IconVerticalSolidList"/>
    <dgm:cxn modelId="{AB318DB7-846A-4AD1-8ADC-3D78D2758006}" type="presParOf" srcId="{CC26F8D5-70E2-410D-8120-D15896901FF9}" destId="{EC06331F-E0F0-432B-B31D-7C1C71BBC4E4}" srcOrd="1" destOrd="0" presId="urn:microsoft.com/office/officeart/2018/2/layout/IconVerticalSolidList"/>
    <dgm:cxn modelId="{4EE1B742-69B2-4533-8CE4-C76E49DF38EF}" type="presParOf" srcId="{CC26F8D5-70E2-410D-8120-D15896901FF9}" destId="{BBFAFED4-251F-4891-8A5E-7CA7CE53589C}" srcOrd="2" destOrd="0" presId="urn:microsoft.com/office/officeart/2018/2/layout/IconVerticalSolidList"/>
    <dgm:cxn modelId="{1EC7B60B-90D6-40E1-97A8-211B7CAA348F}" type="presParOf" srcId="{CC26F8D5-70E2-410D-8120-D15896901FF9}" destId="{AFBC1C20-5987-4E45-9859-5EF241C49EE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C4AE197-02DD-4B3F-9135-0092EED754A5}"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A5D8901-AAAA-4C2F-B432-FA9F07145E45}">
      <dgm:prSet/>
      <dgm:spPr/>
      <dgm:t>
        <a:bodyPr/>
        <a:lstStyle/>
        <a:p>
          <a:pPr>
            <a:defRPr cap="all"/>
          </a:pPr>
          <a:r>
            <a:rPr lang="en-US"/>
            <a:t>Mobile app integration </a:t>
          </a:r>
        </a:p>
      </dgm:t>
    </dgm:pt>
    <dgm:pt modelId="{AFF409D4-B333-4B0B-A4D3-B2269BC8327B}" type="parTrans" cxnId="{ABF1EA11-7A1F-497C-9F35-F98B8370FDBB}">
      <dgm:prSet/>
      <dgm:spPr/>
      <dgm:t>
        <a:bodyPr/>
        <a:lstStyle/>
        <a:p>
          <a:endParaRPr lang="en-US"/>
        </a:p>
      </dgm:t>
    </dgm:pt>
    <dgm:pt modelId="{5AC57EDD-F844-45D4-9BEE-EBC2DDCA62BD}" type="sibTrans" cxnId="{ABF1EA11-7A1F-497C-9F35-F98B8370FDBB}">
      <dgm:prSet/>
      <dgm:spPr/>
      <dgm:t>
        <a:bodyPr/>
        <a:lstStyle/>
        <a:p>
          <a:endParaRPr lang="en-US"/>
        </a:p>
      </dgm:t>
    </dgm:pt>
    <dgm:pt modelId="{4D3FD6E0-A9E6-4235-94C3-0FE9357B171D}">
      <dgm:prSet/>
      <dgm:spPr/>
      <dgm:t>
        <a:bodyPr/>
        <a:lstStyle/>
        <a:p>
          <a:pPr>
            <a:defRPr cap="all"/>
          </a:pPr>
          <a:r>
            <a:rPr lang="en-US"/>
            <a:t>Voice-based assistants </a:t>
          </a:r>
        </a:p>
      </dgm:t>
    </dgm:pt>
    <dgm:pt modelId="{7634ABE7-2190-4C71-AFDF-A774C027F19A}" type="parTrans" cxnId="{0790EC8B-66D9-42B2-B8C1-6FA31A669B86}">
      <dgm:prSet/>
      <dgm:spPr/>
      <dgm:t>
        <a:bodyPr/>
        <a:lstStyle/>
        <a:p>
          <a:endParaRPr lang="en-US"/>
        </a:p>
      </dgm:t>
    </dgm:pt>
    <dgm:pt modelId="{9D648F8C-8792-4DC7-8DD8-4CAD7DDEF683}" type="sibTrans" cxnId="{0790EC8B-66D9-42B2-B8C1-6FA31A669B86}">
      <dgm:prSet/>
      <dgm:spPr/>
      <dgm:t>
        <a:bodyPr/>
        <a:lstStyle/>
        <a:p>
          <a:endParaRPr lang="en-US"/>
        </a:p>
      </dgm:t>
    </dgm:pt>
    <dgm:pt modelId="{5142311B-27CC-42BF-BEA8-17EC688EA249}">
      <dgm:prSet/>
      <dgm:spPr/>
      <dgm:t>
        <a:bodyPr/>
        <a:lstStyle/>
        <a:p>
          <a:pPr>
            <a:defRPr cap="all"/>
          </a:pPr>
          <a:r>
            <a:rPr lang="en-US"/>
            <a:t>AI chatbots for doubt solving </a:t>
          </a:r>
        </a:p>
      </dgm:t>
    </dgm:pt>
    <dgm:pt modelId="{FC180A8A-AEDB-4071-9C5C-45F3CCFD8FF2}" type="parTrans" cxnId="{22F1424A-7DDD-460D-A0E9-5C81432E0C97}">
      <dgm:prSet/>
      <dgm:spPr/>
      <dgm:t>
        <a:bodyPr/>
        <a:lstStyle/>
        <a:p>
          <a:endParaRPr lang="en-US"/>
        </a:p>
      </dgm:t>
    </dgm:pt>
    <dgm:pt modelId="{8A4840F9-E651-4434-B875-FD539EC8E4F0}" type="sibTrans" cxnId="{22F1424A-7DDD-460D-A0E9-5C81432E0C97}">
      <dgm:prSet/>
      <dgm:spPr/>
      <dgm:t>
        <a:bodyPr/>
        <a:lstStyle/>
        <a:p>
          <a:endParaRPr lang="en-US"/>
        </a:p>
      </dgm:t>
    </dgm:pt>
    <dgm:pt modelId="{D5151231-E1E1-4F08-87C5-5D28441C0321}">
      <dgm:prSet/>
      <dgm:spPr/>
      <dgm:t>
        <a:bodyPr/>
        <a:lstStyle/>
        <a:p>
          <a:pPr>
            <a:defRPr cap="all"/>
          </a:pPr>
          <a:r>
            <a:rPr lang="en-US"/>
            <a:t>Integration with tools like Google Calendar </a:t>
          </a:r>
        </a:p>
      </dgm:t>
    </dgm:pt>
    <dgm:pt modelId="{4F5B2EE8-127C-472E-9E10-BFA4373A5EB7}" type="parTrans" cxnId="{61241373-0674-4B78-A931-004FA3433064}">
      <dgm:prSet/>
      <dgm:spPr/>
      <dgm:t>
        <a:bodyPr/>
        <a:lstStyle/>
        <a:p>
          <a:endParaRPr lang="en-US"/>
        </a:p>
      </dgm:t>
    </dgm:pt>
    <dgm:pt modelId="{4FB83D31-41D6-4221-9AC1-A4D2AAE2FB69}" type="sibTrans" cxnId="{61241373-0674-4B78-A931-004FA3433064}">
      <dgm:prSet/>
      <dgm:spPr/>
      <dgm:t>
        <a:bodyPr/>
        <a:lstStyle/>
        <a:p>
          <a:endParaRPr lang="en-US"/>
        </a:p>
      </dgm:t>
    </dgm:pt>
    <dgm:pt modelId="{37580F8B-7C03-40D9-BD2D-2071509E8C81}">
      <dgm:prSet/>
      <dgm:spPr/>
      <dgm:t>
        <a:bodyPr/>
        <a:lstStyle/>
        <a:p>
          <a:pPr>
            <a:defRPr cap="all"/>
          </a:pPr>
          <a:r>
            <a:rPr lang="en-US"/>
            <a:t>Real-time performance tracking </a:t>
          </a:r>
        </a:p>
      </dgm:t>
    </dgm:pt>
    <dgm:pt modelId="{5ADD4C59-853F-4ACA-B348-7994468F7F94}" type="parTrans" cxnId="{A705CEB1-7270-420F-97BF-CC1C120E3BDD}">
      <dgm:prSet/>
      <dgm:spPr/>
      <dgm:t>
        <a:bodyPr/>
        <a:lstStyle/>
        <a:p>
          <a:endParaRPr lang="en-US"/>
        </a:p>
      </dgm:t>
    </dgm:pt>
    <dgm:pt modelId="{7C839378-2B9C-4027-8CAA-1F20C66FF3C5}" type="sibTrans" cxnId="{A705CEB1-7270-420F-97BF-CC1C120E3BDD}">
      <dgm:prSet/>
      <dgm:spPr/>
      <dgm:t>
        <a:bodyPr/>
        <a:lstStyle/>
        <a:p>
          <a:endParaRPr lang="en-US"/>
        </a:p>
      </dgm:t>
    </dgm:pt>
    <dgm:pt modelId="{BF493DD7-2485-4FF1-B612-C4C00A680E1C}">
      <dgm:prSet/>
      <dgm:spPr/>
      <dgm:t>
        <a:bodyPr/>
        <a:lstStyle/>
        <a:p>
          <a:pPr>
            <a:defRPr cap="all"/>
          </a:pPr>
          <a:r>
            <a:rPr lang="en-US"/>
            <a:t>Machine learning models for better predictions </a:t>
          </a:r>
        </a:p>
      </dgm:t>
    </dgm:pt>
    <dgm:pt modelId="{05E0AD7A-7CF8-4BC7-94A9-B863E5BB9A82}" type="parTrans" cxnId="{A98D58A9-2834-476E-B8F4-E2FD5F1DD5B0}">
      <dgm:prSet/>
      <dgm:spPr/>
      <dgm:t>
        <a:bodyPr/>
        <a:lstStyle/>
        <a:p>
          <a:endParaRPr lang="en-US"/>
        </a:p>
      </dgm:t>
    </dgm:pt>
    <dgm:pt modelId="{CB1FC30B-DDA1-4C9A-A57D-C7574D522299}" type="sibTrans" cxnId="{A98D58A9-2834-476E-B8F4-E2FD5F1DD5B0}">
      <dgm:prSet/>
      <dgm:spPr/>
      <dgm:t>
        <a:bodyPr/>
        <a:lstStyle/>
        <a:p>
          <a:endParaRPr lang="en-US"/>
        </a:p>
      </dgm:t>
    </dgm:pt>
    <dgm:pt modelId="{D2B7C7B5-9D8F-4F6C-8465-097E6DF27D2E}" type="pres">
      <dgm:prSet presAssocID="{EC4AE197-02DD-4B3F-9135-0092EED754A5}" presName="root" presStyleCnt="0">
        <dgm:presLayoutVars>
          <dgm:dir/>
          <dgm:resizeHandles val="exact"/>
        </dgm:presLayoutVars>
      </dgm:prSet>
      <dgm:spPr/>
    </dgm:pt>
    <dgm:pt modelId="{908B5D22-8EB2-4CFC-A058-063E880DF5C0}" type="pres">
      <dgm:prSet presAssocID="{0A5D8901-AAAA-4C2F-B432-FA9F07145E45}" presName="compNode" presStyleCnt="0"/>
      <dgm:spPr/>
    </dgm:pt>
    <dgm:pt modelId="{91694C6A-D1F6-46E8-B86D-7FA12125573B}" type="pres">
      <dgm:prSet presAssocID="{0A5D8901-AAAA-4C2F-B432-FA9F07145E45}" presName="iconBgRect" presStyleLbl="bgShp" presStyleIdx="0" presStyleCnt="6"/>
      <dgm:spPr>
        <a:prstGeom prst="round2DiagRect">
          <a:avLst>
            <a:gd name="adj1" fmla="val 29727"/>
            <a:gd name="adj2" fmla="val 0"/>
          </a:avLst>
        </a:prstGeom>
      </dgm:spPr>
    </dgm:pt>
    <dgm:pt modelId="{C8E07881-113E-4B3B-A5C6-8961C93766D2}" type="pres">
      <dgm:prSet presAssocID="{0A5D8901-AAAA-4C2F-B432-FA9F07145E45}"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mart Phone"/>
        </a:ext>
      </dgm:extLst>
    </dgm:pt>
    <dgm:pt modelId="{CF00E9B1-7455-45D7-947D-07977F7E544F}" type="pres">
      <dgm:prSet presAssocID="{0A5D8901-AAAA-4C2F-B432-FA9F07145E45}" presName="spaceRect" presStyleCnt="0"/>
      <dgm:spPr/>
    </dgm:pt>
    <dgm:pt modelId="{E3F95502-0D51-4549-AB61-315572A4642F}" type="pres">
      <dgm:prSet presAssocID="{0A5D8901-AAAA-4C2F-B432-FA9F07145E45}" presName="textRect" presStyleLbl="revTx" presStyleIdx="0" presStyleCnt="6">
        <dgm:presLayoutVars>
          <dgm:chMax val="1"/>
          <dgm:chPref val="1"/>
        </dgm:presLayoutVars>
      </dgm:prSet>
      <dgm:spPr/>
    </dgm:pt>
    <dgm:pt modelId="{39F41E93-D76D-4BCC-B138-61DBB516929D}" type="pres">
      <dgm:prSet presAssocID="{5AC57EDD-F844-45D4-9BEE-EBC2DDCA62BD}" presName="sibTrans" presStyleCnt="0"/>
      <dgm:spPr/>
    </dgm:pt>
    <dgm:pt modelId="{D5A3E975-476F-4C23-BCB5-7F467ACCDA19}" type="pres">
      <dgm:prSet presAssocID="{4D3FD6E0-A9E6-4235-94C3-0FE9357B171D}" presName="compNode" presStyleCnt="0"/>
      <dgm:spPr/>
    </dgm:pt>
    <dgm:pt modelId="{F88B301E-7A2E-4251-B2C6-07F3123B5A07}" type="pres">
      <dgm:prSet presAssocID="{4D3FD6E0-A9E6-4235-94C3-0FE9357B171D}" presName="iconBgRect" presStyleLbl="bgShp" presStyleIdx="1" presStyleCnt="6"/>
      <dgm:spPr>
        <a:prstGeom prst="round2DiagRect">
          <a:avLst>
            <a:gd name="adj1" fmla="val 29727"/>
            <a:gd name="adj2" fmla="val 0"/>
          </a:avLst>
        </a:prstGeom>
      </dgm:spPr>
    </dgm:pt>
    <dgm:pt modelId="{953F34CD-39A7-45C5-83BB-F72A74F2765E}" type="pres">
      <dgm:prSet presAssocID="{4D3FD6E0-A9E6-4235-94C3-0FE9357B171D}"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ar"/>
        </a:ext>
      </dgm:extLst>
    </dgm:pt>
    <dgm:pt modelId="{C6F021E6-CD0E-413D-A0EA-3B40E4FF46BA}" type="pres">
      <dgm:prSet presAssocID="{4D3FD6E0-A9E6-4235-94C3-0FE9357B171D}" presName="spaceRect" presStyleCnt="0"/>
      <dgm:spPr/>
    </dgm:pt>
    <dgm:pt modelId="{FDB4CD7B-C05B-4DFC-8B46-B23B408663EC}" type="pres">
      <dgm:prSet presAssocID="{4D3FD6E0-A9E6-4235-94C3-0FE9357B171D}" presName="textRect" presStyleLbl="revTx" presStyleIdx="1" presStyleCnt="6">
        <dgm:presLayoutVars>
          <dgm:chMax val="1"/>
          <dgm:chPref val="1"/>
        </dgm:presLayoutVars>
      </dgm:prSet>
      <dgm:spPr/>
    </dgm:pt>
    <dgm:pt modelId="{2D645C5A-A9F8-4F93-A611-8E34ED50FCF3}" type="pres">
      <dgm:prSet presAssocID="{9D648F8C-8792-4DC7-8DD8-4CAD7DDEF683}" presName="sibTrans" presStyleCnt="0"/>
      <dgm:spPr/>
    </dgm:pt>
    <dgm:pt modelId="{31769134-DB0F-45E3-96C4-E673ED850378}" type="pres">
      <dgm:prSet presAssocID="{5142311B-27CC-42BF-BEA8-17EC688EA249}" presName="compNode" presStyleCnt="0"/>
      <dgm:spPr/>
    </dgm:pt>
    <dgm:pt modelId="{227E57B6-DC3C-4952-B6D0-E6035DB9BE12}" type="pres">
      <dgm:prSet presAssocID="{5142311B-27CC-42BF-BEA8-17EC688EA249}" presName="iconBgRect" presStyleLbl="bgShp" presStyleIdx="2" presStyleCnt="6"/>
      <dgm:spPr>
        <a:prstGeom prst="round2DiagRect">
          <a:avLst>
            <a:gd name="adj1" fmla="val 29727"/>
            <a:gd name="adj2" fmla="val 0"/>
          </a:avLst>
        </a:prstGeom>
      </dgm:spPr>
    </dgm:pt>
    <dgm:pt modelId="{06D700E6-1523-48AC-840F-236669C8A5DA}" type="pres">
      <dgm:prSet presAssocID="{5142311B-27CC-42BF-BEA8-17EC688EA249}"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a:ext>
      </dgm:extLst>
    </dgm:pt>
    <dgm:pt modelId="{D831C262-37CF-4B79-B5D0-3E041EC08AEF}" type="pres">
      <dgm:prSet presAssocID="{5142311B-27CC-42BF-BEA8-17EC688EA249}" presName="spaceRect" presStyleCnt="0"/>
      <dgm:spPr/>
    </dgm:pt>
    <dgm:pt modelId="{1EEB7BB5-491C-45DC-9F11-1C4A581BE416}" type="pres">
      <dgm:prSet presAssocID="{5142311B-27CC-42BF-BEA8-17EC688EA249}" presName="textRect" presStyleLbl="revTx" presStyleIdx="2" presStyleCnt="6">
        <dgm:presLayoutVars>
          <dgm:chMax val="1"/>
          <dgm:chPref val="1"/>
        </dgm:presLayoutVars>
      </dgm:prSet>
      <dgm:spPr/>
    </dgm:pt>
    <dgm:pt modelId="{D3858770-7F84-4A5A-9E8D-19409D347262}" type="pres">
      <dgm:prSet presAssocID="{8A4840F9-E651-4434-B875-FD539EC8E4F0}" presName="sibTrans" presStyleCnt="0"/>
      <dgm:spPr/>
    </dgm:pt>
    <dgm:pt modelId="{87F62B78-CE17-432C-9CFB-80229A1DBA6C}" type="pres">
      <dgm:prSet presAssocID="{D5151231-E1E1-4F08-87C5-5D28441C0321}" presName="compNode" presStyleCnt="0"/>
      <dgm:spPr/>
    </dgm:pt>
    <dgm:pt modelId="{5D926451-3AFB-4EC8-B729-01A976B0718E}" type="pres">
      <dgm:prSet presAssocID="{D5151231-E1E1-4F08-87C5-5D28441C0321}" presName="iconBgRect" presStyleLbl="bgShp" presStyleIdx="3" presStyleCnt="6"/>
      <dgm:spPr>
        <a:prstGeom prst="round2DiagRect">
          <a:avLst>
            <a:gd name="adj1" fmla="val 29727"/>
            <a:gd name="adj2" fmla="val 0"/>
          </a:avLst>
        </a:prstGeom>
      </dgm:spPr>
    </dgm:pt>
    <dgm:pt modelId="{F45E5329-6FDD-463F-9638-2A70E7B06663}" type="pres">
      <dgm:prSet presAssocID="{D5151231-E1E1-4F08-87C5-5D28441C0321}"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ily Calendar"/>
        </a:ext>
      </dgm:extLst>
    </dgm:pt>
    <dgm:pt modelId="{CD167764-7D9B-48A1-B966-DF53459E73A8}" type="pres">
      <dgm:prSet presAssocID="{D5151231-E1E1-4F08-87C5-5D28441C0321}" presName="spaceRect" presStyleCnt="0"/>
      <dgm:spPr/>
    </dgm:pt>
    <dgm:pt modelId="{6E5586D7-505D-4FFC-8322-5144B0098D71}" type="pres">
      <dgm:prSet presAssocID="{D5151231-E1E1-4F08-87C5-5D28441C0321}" presName="textRect" presStyleLbl="revTx" presStyleIdx="3" presStyleCnt="6">
        <dgm:presLayoutVars>
          <dgm:chMax val="1"/>
          <dgm:chPref val="1"/>
        </dgm:presLayoutVars>
      </dgm:prSet>
      <dgm:spPr/>
    </dgm:pt>
    <dgm:pt modelId="{3F715B54-8C69-4F10-8FDD-A74AC7D60B98}" type="pres">
      <dgm:prSet presAssocID="{4FB83D31-41D6-4221-9AC1-A4D2AAE2FB69}" presName="sibTrans" presStyleCnt="0"/>
      <dgm:spPr/>
    </dgm:pt>
    <dgm:pt modelId="{EE3C4D2D-D224-4CE0-A17F-B05EAC18C42C}" type="pres">
      <dgm:prSet presAssocID="{37580F8B-7C03-40D9-BD2D-2071509E8C81}" presName="compNode" presStyleCnt="0"/>
      <dgm:spPr/>
    </dgm:pt>
    <dgm:pt modelId="{E30A8322-9011-4519-AD17-BC8DF7D6D6BB}" type="pres">
      <dgm:prSet presAssocID="{37580F8B-7C03-40D9-BD2D-2071509E8C81}" presName="iconBgRect" presStyleLbl="bgShp" presStyleIdx="4" presStyleCnt="6"/>
      <dgm:spPr>
        <a:prstGeom prst="round2DiagRect">
          <a:avLst>
            <a:gd name="adj1" fmla="val 29727"/>
            <a:gd name="adj2" fmla="val 0"/>
          </a:avLst>
        </a:prstGeom>
      </dgm:spPr>
    </dgm:pt>
    <dgm:pt modelId="{FD724566-CD5D-4544-B238-ABB153A99900}" type="pres">
      <dgm:prSet presAssocID="{37580F8B-7C03-40D9-BD2D-2071509E8C81}"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atistics"/>
        </a:ext>
      </dgm:extLst>
    </dgm:pt>
    <dgm:pt modelId="{79F77B2D-5316-455A-8B04-B7225A6C0EDD}" type="pres">
      <dgm:prSet presAssocID="{37580F8B-7C03-40D9-BD2D-2071509E8C81}" presName="spaceRect" presStyleCnt="0"/>
      <dgm:spPr/>
    </dgm:pt>
    <dgm:pt modelId="{FE32159B-F26B-4DFC-9903-E4523D3C728C}" type="pres">
      <dgm:prSet presAssocID="{37580F8B-7C03-40D9-BD2D-2071509E8C81}" presName="textRect" presStyleLbl="revTx" presStyleIdx="4" presStyleCnt="6">
        <dgm:presLayoutVars>
          <dgm:chMax val="1"/>
          <dgm:chPref val="1"/>
        </dgm:presLayoutVars>
      </dgm:prSet>
      <dgm:spPr/>
    </dgm:pt>
    <dgm:pt modelId="{AFCF9CFB-9B68-41D0-A95C-09D1C793882F}" type="pres">
      <dgm:prSet presAssocID="{7C839378-2B9C-4027-8CAA-1F20C66FF3C5}" presName="sibTrans" presStyleCnt="0"/>
      <dgm:spPr/>
    </dgm:pt>
    <dgm:pt modelId="{716BEBDC-C65A-4AAA-AFC5-A1B9BA1CB78C}" type="pres">
      <dgm:prSet presAssocID="{BF493DD7-2485-4FF1-B612-C4C00A680E1C}" presName="compNode" presStyleCnt="0"/>
      <dgm:spPr/>
    </dgm:pt>
    <dgm:pt modelId="{2D4ED1DD-E4EA-4D84-8320-B26B1183D766}" type="pres">
      <dgm:prSet presAssocID="{BF493DD7-2485-4FF1-B612-C4C00A680E1C}" presName="iconBgRect" presStyleLbl="bgShp" presStyleIdx="5" presStyleCnt="6"/>
      <dgm:spPr>
        <a:prstGeom prst="round2DiagRect">
          <a:avLst>
            <a:gd name="adj1" fmla="val 29727"/>
            <a:gd name="adj2" fmla="val 0"/>
          </a:avLst>
        </a:prstGeom>
      </dgm:spPr>
    </dgm:pt>
    <dgm:pt modelId="{4B25C4FC-1D4E-436C-BB67-8A1E5BE27401}" type="pres">
      <dgm:prSet presAssocID="{BF493DD7-2485-4FF1-B612-C4C00A680E1C}"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Head with Gears"/>
        </a:ext>
      </dgm:extLst>
    </dgm:pt>
    <dgm:pt modelId="{51208473-EB3C-41DA-A69E-86D20C9877CD}" type="pres">
      <dgm:prSet presAssocID="{BF493DD7-2485-4FF1-B612-C4C00A680E1C}" presName="spaceRect" presStyleCnt="0"/>
      <dgm:spPr/>
    </dgm:pt>
    <dgm:pt modelId="{EC891447-05A8-4694-9BED-06ADB7E06A56}" type="pres">
      <dgm:prSet presAssocID="{BF493DD7-2485-4FF1-B612-C4C00A680E1C}" presName="textRect" presStyleLbl="revTx" presStyleIdx="5" presStyleCnt="6">
        <dgm:presLayoutVars>
          <dgm:chMax val="1"/>
          <dgm:chPref val="1"/>
        </dgm:presLayoutVars>
      </dgm:prSet>
      <dgm:spPr/>
    </dgm:pt>
  </dgm:ptLst>
  <dgm:cxnLst>
    <dgm:cxn modelId="{8B5D380D-6BFA-4F90-82F2-E6C1A98B182F}" type="presOf" srcId="{4D3FD6E0-A9E6-4235-94C3-0FE9357B171D}" destId="{FDB4CD7B-C05B-4DFC-8B46-B23B408663EC}" srcOrd="0" destOrd="0" presId="urn:microsoft.com/office/officeart/2018/5/layout/IconLeafLabelList"/>
    <dgm:cxn modelId="{ABF1EA11-7A1F-497C-9F35-F98B8370FDBB}" srcId="{EC4AE197-02DD-4B3F-9135-0092EED754A5}" destId="{0A5D8901-AAAA-4C2F-B432-FA9F07145E45}" srcOrd="0" destOrd="0" parTransId="{AFF409D4-B333-4B0B-A4D3-B2269BC8327B}" sibTransId="{5AC57EDD-F844-45D4-9BEE-EBC2DDCA62BD}"/>
    <dgm:cxn modelId="{69BCBA12-DA26-4ACD-B6BF-FD6BE3957D77}" type="presOf" srcId="{EC4AE197-02DD-4B3F-9135-0092EED754A5}" destId="{D2B7C7B5-9D8F-4F6C-8465-097E6DF27D2E}" srcOrd="0" destOrd="0" presId="urn:microsoft.com/office/officeart/2018/5/layout/IconLeafLabelList"/>
    <dgm:cxn modelId="{0F454666-FC3C-4CD2-9D2C-5F13B06051B5}" type="presOf" srcId="{5142311B-27CC-42BF-BEA8-17EC688EA249}" destId="{1EEB7BB5-491C-45DC-9F11-1C4A581BE416}" srcOrd="0" destOrd="0" presId="urn:microsoft.com/office/officeart/2018/5/layout/IconLeafLabelList"/>
    <dgm:cxn modelId="{22F1424A-7DDD-460D-A0E9-5C81432E0C97}" srcId="{EC4AE197-02DD-4B3F-9135-0092EED754A5}" destId="{5142311B-27CC-42BF-BEA8-17EC688EA249}" srcOrd="2" destOrd="0" parTransId="{FC180A8A-AEDB-4071-9C5C-45F3CCFD8FF2}" sibTransId="{8A4840F9-E651-4434-B875-FD539EC8E4F0}"/>
    <dgm:cxn modelId="{61241373-0674-4B78-A931-004FA3433064}" srcId="{EC4AE197-02DD-4B3F-9135-0092EED754A5}" destId="{D5151231-E1E1-4F08-87C5-5D28441C0321}" srcOrd="3" destOrd="0" parTransId="{4F5B2EE8-127C-472E-9E10-BFA4373A5EB7}" sibTransId="{4FB83D31-41D6-4221-9AC1-A4D2AAE2FB69}"/>
    <dgm:cxn modelId="{750F7E89-8D4C-45A4-B1D1-48B2DCC4D9B1}" type="presOf" srcId="{D5151231-E1E1-4F08-87C5-5D28441C0321}" destId="{6E5586D7-505D-4FFC-8322-5144B0098D71}" srcOrd="0" destOrd="0" presId="urn:microsoft.com/office/officeart/2018/5/layout/IconLeafLabelList"/>
    <dgm:cxn modelId="{0790EC8B-66D9-42B2-B8C1-6FA31A669B86}" srcId="{EC4AE197-02DD-4B3F-9135-0092EED754A5}" destId="{4D3FD6E0-A9E6-4235-94C3-0FE9357B171D}" srcOrd="1" destOrd="0" parTransId="{7634ABE7-2190-4C71-AFDF-A774C027F19A}" sibTransId="{9D648F8C-8792-4DC7-8DD8-4CAD7DDEF683}"/>
    <dgm:cxn modelId="{A98D58A9-2834-476E-B8F4-E2FD5F1DD5B0}" srcId="{EC4AE197-02DD-4B3F-9135-0092EED754A5}" destId="{BF493DD7-2485-4FF1-B612-C4C00A680E1C}" srcOrd="5" destOrd="0" parTransId="{05E0AD7A-7CF8-4BC7-94A9-B863E5BB9A82}" sibTransId="{CB1FC30B-DDA1-4C9A-A57D-C7574D522299}"/>
    <dgm:cxn modelId="{A705CEB1-7270-420F-97BF-CC1C120E3BDD}" srcId="{EC4AE197-02DD-4B3F-9135-0092EED754A5}" destId="{37580F8B-7C03-40D9-BD2D-2071509E8C81}" srcOrd="4" destOrd="0" parTransId="{5ADD4C59-853F-4ACA-B348-7994468F7F94}" sibTransId="{7C839378-2B9C-4027-8CAA-1F20C66FF3C5}"/>
    <dgm:cxn modelId="{B82B0AB2-206C-41D0-9170-8047DB50373E}" type="presOf" srcId="{BF493DD7-2485-4FF1-B612-C4C00A680E1C}" destId="{EC891447-05A8-4694-9BED-06ADB7E06A56}" srcOrd="0" destOrd="0" presId="urn:microsoft.com/office/officeart/2018/5/layout/IconLeafLabelList"/>
    <dgm:cxn modelId="{B1A789B3-7ED3-4982-B305-386D39EA2823}" type="presOf" srcId="{37580F8B-7C03-40D9-BD2D-2071509E8C81}" destId="{FE32159B-F26B-4DFC-9903-E4523D3C728C}" srcOrd="0" destOrd="0" presId="urn:microsoft.com/office/officeart/2018/5/layout/IconLeafLabelList"/>
    <dgm:cxn modelId="{3142C3D9-4CAF-4E40-A35C-7B8A3AA3D2AD}" type="presOf" srcId="{0A5D8901-AAAA-4C2F-B432-FA9F07145E45}" destId="{E3F95502-0D51-4549-AB61-315572A4642F}" srcOrd="0" destOrd="0" presId="urn:microsoft.com/office/officeart/2018/5/layout/IconLeafLabelList"/>
    <dgm:cxn modelId="{80AB6CAB-B738-47BF-9B90-D9A4AEAB3836}" type="presParOf" srcId="{D2B7C7B5-9D8F-4F6C-8465-097E6DF27D2E}" destId="{908B5D22-8EB2-4CFC-A058-063E880DF5C0}" srcOrd="0" destOrd="0" presId="urn:microsoft.com/office/officeart/2018/5/layout/IconLeafLabelList"/>
    <dgm:cxn modelId="{41B16D6A-3BB7-43B1-8F35-6A1B93281F15}" type="presParOf" srcId="{908B5D22-8EB2-4CFC-A058-063E880DF5C0}" destId="{91694C6A-D1F6-46E8-B86D-7FA12125573B}" srcOrd="0" destOrd="0" presId="urn:microsoft.com/office/officeart/2018/5/layout/IconLeafLabelList"/>
    <dgm:cxn modelId="{5B5602DA-EF51-4EBE-B575-E99BC3A64371}" type="presParOf" srcId="{908B5D22-8EB2-4CFC-A058-063E880DF5C0}" destId="{C8E07881-113E-4B3B-A5C6-8961C93766D2}" srcOrd="1" destOrd="0" presId="urn:microsoft.com/office/officeart/2018/5/layout/IconLeafLabelList"/>
    <dgm:cxn modelId="{0A5AFABC-68B4-491B-951E-B23199DF6FCC}" type="presParOf" srcId="{908B5D22-8EB2-4CFC-A058-063E880DF5C0}" destId="{CF00E9B1-7455-45D7-947D-07977F7E544F}" srcOrd="2" destOrd="0" presId="urn:microsoft.com/office/officeart/2018/5/layout/IconLeafLabelList"/>
    <dgm:cxn modelId="{2013B407-147F-4769-9DB2-C6E4948B0904}" type="presParOf" srcId="{908B5D22-8EB2-4CFC-A058-063E880DF5C0}" destId="{E3F95502-0D51-4549-AB61-315572A4642F}" srcOrd="3" destOrd="0" presId="urn:microsoft.com/office/officeart/2018/5/layout/IconLeafLabelList"/>
    <dgm:cxn modelId="{EEBE964F-69A8-4FA0-9BB6-88DEDB9246BD}" type="presParOf" srcId="{D2B7C7B5-9D8F-4F6C-8465-097E6DF27D2E}" destId="{39F41E93-D76D-4BCC-B138-61DBB516929D}" srcOrd="1" destOrd="0" presId="urn:microsoft.com/office/officeart/2018/5/layout/IconLeafLabelList"/>
    <dgm:cxn modelId="{A851A1EE-610B-4AB0-A054-5E93306493B1}" type="presParOf" srcId="{D2B7C7B5-9D8F-4F6C-8465-097E6DF27D2E}" destId="{D5A3E975-476F-4C23-BCB5-7F467ACCDA19}" srcOrd="2" destOrd="0" presId="urn:microsoft.com/office/officeart/2018/5/layout/IconLeafLabelList"/>
    <dgm:cxn modelId="{FC4F7AB0-6918-43EC-8B65-E56A1392E4FB}" type="presParOf" srcId="{D5A3E975-476F-4C23-BCB5-7F467ACCDA19}" destId="{F88B301E-7A2E-4251-B2C6-07F3123B5A07}" srcOrd="0" destOrd="0" presId="urn:microsoft.com/office/officeart/2018/5/layout/IconLeafLabelList"/>
    <dgm:cxn modelId="{3361E392-3C82-41BD-8FDC-750024ADD34A}" type="presParOf" srcId="{D5A3E975-476F-4C23-BCB5-7F467ACCDA19}" destId="{953F34CD-39A7-45C5-83BB-F72A74F2765E}" srcOrd="1" destOrd="0" presId="urn:microsoft.com/office/officeart/2018/5/layout/IconLeafLabelList"/>
    <dgm:cxn modelId="{FC084DF0-3AB3-4366-A752-ABBB9203EFD6}" type="presParOf" srcId="{D5A3E975-476F-4C23-BCB5-7F467ACCDA19}" destId="{C6F021E6-CD0E-413D-A0EA-3B40E4FF46BA}" srcOrd="2" destOrd="0" presId="urn:microsoft.com/office/officeart/2018/5/layout/IconLeafLabelList"/>
    <dgm:cxn modelId="{C77AB06F-D49E-428A-A468-5C66D83E0275}" type="presParOf" srcId="{D5A3E975-476F-4C23-BCB5-7F467ACCDA19}" destId="{FDB4CD7B-C05B-4DFC-8B46-B23B408663EC}" srcOrd="3" destOrd="0" presId="urn:microsoft.com/office/officeart/2018/5/layout/IconLeafLabelList"/>
    <dgm:cxn modelId="{C899647C-55CE-4A6B-945C-182ED750EB50}" type="presParOf" srcId="{D2B7C7B5-9D8F-4F6C-8465-097E6DF27D2E}" destId="{2D645C5A-A9F8-4F93-A611-8E34ED50FCF3}" srcOrd="3" destOrd="0" presId="urn:microsoft.com/office/officeart/2018/5/layout/IconLeafLabelList"/>
    <dgm:cxn modelId="{64EB0333-FA1A-4875-8137-AF5493F6542F}" type="presParOf" srcId="{D2B7C7B5-9D8F-4F6C-8465-097E6DF27D2E}" destId="{31769134-DB0F-45E3-96C4-E673ED850378}" srcOrd="4" destOrd="0" presId="urn:microsoft.com/office/officeart/2018/5/layout/IconLeafLabelList"/>
    <dgm:cxn modelId="{11E7C908-3160-47AB-A875-80CB31947363}" type="presParOf" srcId="{31769134-DB0F-45E3-96C4-E673ED850378}" destId="{227E57B6-DC3C-4952-B6D0-E6035DB9BE12}" srcOrd="0" destOrd="0" presId="urn:microsoft.com/office/officeart/2018/5/layout/IconLeafLabelList"/>
    <dgm:cxn modelId="{76736EA3-53CC-42B7-82C2-278E32A90A4A}" type="presParOf" srcId="{31769134-DB0F-45E3-96C4-E673ED850378}" destId="{06D700E6-1523-48AC-840F-236669C8A5DA}" srcOrd="1" destOrd="0" presId="urn:microsoft.com/office/officeart/2018/5/layout/IconLeafLabelList"/>
    <dgm:cxn modelId="{BBC662B2-DCFB-47BA-BD7A-87C88ED709C1}" type="presParOf" srcId="{31769134-DB0F-45E3-96C4-E673ED850378}" destId="{D831C262-37CF-4B79-B5D0-3E041EC08AEF}" srcOrd="2" destOrd="0" presId="urn:microsoft.com/office/officeart/2018/5/layout/IconLeafLabelList"/>
    <dgm:cxn modelId="{2D8EC18B-E63F-4AAA-9774-BE204D7A2048}" type="presParOf" srcId="{31769134-DB0F-45E3-96C4-E673ED850378}" destId="{1EEB7BB5-491C-45DC-9F11-1C4A581BE416}" srcOrd="3" destOrd="0" presId="urn:microsoft.com/office/officeart/2018/5/layout/IconLeafLabelList"/>
    <dgm:cxn modelId="{94A2F58B-8610-4131-9441-0C80D0575112}" type="presParOf" srcId="{D2B7C7B5-9D8F-4F6C-8465-097E6DF27D2E}" destId="{D3858770-7F84-4A5A-9E8D-19409D347262}" srcOrd="5" destOrd="0" presId="urn:microsoft.com/office/officeart/2018/5/layout/IconLeafLabelList"/>
    <dgm:cxn modelId="{6E87CF6D-C735-4F84-8739-A4F2A66F2B48}" type="presParOf" srcId="{D2B7C7B5-9D8F-4F6C-8465-097E6DF27D2E}" destId="{87F62B78-CE17-432C-9CFB-80229A1DBA6C}" srcOrd="6" destOrd="0" presId="urn:microsoft.com/office/officeart/2018/5/layout/IconLeafLabelList"/>
    <dgm:cxn modelId="{0A232464-4091-40E5-ACD1-A019F70EF84D}" type="presParOf" srcId="{87F62B78-CE17-432C-9CFB-80229A1DBA6C}" destId="{5D926451-3AFB-4EC8-B729-01A976B0718E}" srcOrd="0" destOrd="0" presId="urn:microsoft.com/office/officeart/2018/5/layout/IconLeafLabelList"/>
    <dgm:cxn modelId="{C8629FB0-A002-4EE2-B8BF-2A987A6FFE0A}" type="presParOf" srcId="{87F62B78-CE17-432C-9CFB-80229A1DBA6C}" destId="{F45E5329-6FDD-463F-9638-2A70E7B06663}" srcOrd="1" destOrd="0" presId="urn:microsoft.com/office/officeart/2018/5/layout/IconLeafLabelList"/>
    <dgm:cxn modelId="{643198AF-1CFB-4451-B5F1-E41EF8FA07A3}" type="presParOf" srcId="{87F62B78-CE17-432C-9CFB-80229A1DBA6C}" destId="{CD167764-7D9B-48A1-B966-DF53459E73A8}" srcOrd="2" destOrd="0" presId="urn:microsoft.com/office/officeart/2018/5/layout/IconLeafLabelList"/>
    <dgm:cxn modelId="{5332E6FF-1698-4B87-9955-BB8F2AE9424E}" type="presParOf" srcId="{87F62B78-CE17-432C-9CFB-80229A1DBA6C}" destId="{6E5586D7-505D-4FFC-8322-5144B0098D71}" srcOrd="3" destOrd="0" presId="urn:microsoft.com/office/officeart/2018/5/layout/IconLeafLabelList"/>
    <dgm:cxn modelId="{1CE7AA85-26E9-4E73-8C9D-879709567E68}" type="presParOf" srcId="{D2B7C7B5-9D8F-4F6C-8465-097E6DF27D2E}" destId="{3F715B54-8C69-4F10-8FDD-A74AC7D60B98}" srcOrd="7" destOrd="0" presId="urn:microsoft.com/office/officeart/2018/5/layout/IconLeafLabelList"/>
    <dgm:cxn modelId="{A59E4489-BB72-4343-AFD7-0C9DEF3D2F97}" type="presParOf" srcId="{D2B7C7B5-9D8F-4F6C-8465-097E6DF27D2E}" destId="{EE3C4D2D-D224-4CE0-A17F-B05EAC18C42C}" srcOrd="8" destOrd="0" presId="urn:microsoft.com/office/officeart/2018/5/layout/IconLeafLabelList"/>
    <dgm:cxn modelId="{0FA2268F-5013-438A-A56C-34280B0A4EF9}" type="presParOf" srcId="{EE3C4D2D-D224-4CE0-A17F-B05EAC18C42C}" destId="{E30A8322-9011-4519-AD17-BC8DF7D6D6BB}" srcOrd="0" destOrd="0" presId="urn:microsoft.com/office/officeart/2018/5/layout/IconLeafLabelList"/>
    <dgm:cxn modelId="{18C09976-54D1-4C1F-9D43-611AC52924CA}" type="presParOf" srcId="{EE3C4D2D-D224-4CE0-A17F-B05EAC18C42C}" destId="{FD724566-CD5D-4544-B238-ABB153A99900}" srcOrd="1" destOrd="0" presId="urn:microsoft.com/office/officeart/2018/5/layout/IconLeafLabelList"/>
    <dgm:cxn modelId="{FA7B58F5-CABE-4D94-B838-0043D7A10FEC}" type="presParOf" srcId="{EE3C4D2D-D224-4CE0-A17F-B05EAC18C42C}" destId="{79F77B2D-5316-455A-8B04-B7225A6C0EDD}" srcOrd="2" destOrd="0" presId="urn:microsoft.com/office/officeart/2018/5/layout/IconLeafLabelList"/>
    <dgm:cxn modelId="{3A20EF78-186B-4E39-B26D-9FE7871C5F5F}" type="presParOf" srcId="{EE3C4D2D-D224-4CE0-A17F-B05EAC18C42C}" destId="{FE32159B-F26B-4DFC-9903-E4523D3C728C}" srcOrd="3" destOrd="0" presId="urn:microsoft.com/office/officeart/2018/5/layout/IconLeafLabelList"/>
    <dgm:cxn modelId="{3F9CA220-866F-4482-98D6-2C552A1787F6}" type="presParOf" srcId="{D2B7C7B5-9D8F-4F6C-8465-097E6DF27D2E}" destId="{AFCF9CFB-9B68-41D0-A95C-09D1C793882F}" srcOrd="9" destOrd="0" presId="urn:microsoft.com/office/officeart/2018/5/layout/IconLeafLabelList"/>
    <dgm:cxn modelId="{08DA897A-998C-47ED-8AFF-14C36A04F55F}" type="presParOf" srcId="{D2B7C7B5-9D8F-4F6C-8465-097E6DF27D2E}" destId="{716BEBDC-C65A-4AAA-AFC5-A1B9BA1CB78C}" srcOrd="10" destOrd="0" presId="urn:microsoft.com/office/officeart/2018/5/layout/IconLeafLabelList"/>
    <dgm:cxn modelId="{357E35DE-BE96-4D59-90A0-0FF062F398FE}" type="presParOf" srcId="{716BEBDC-C65A-4AAA-AFC5-A1B9BA1CB78C}" destId="{2D4ED1DD-E4EA-4D84-8320-B26B1183D766}" srcOrd="0" destOrd="0" presId="urn:microsoft.com/office/officeart/2018/5/layout/IconLeafLabelList"/>
    <dgm:cxn modelId="{0207FDA0-692D-489F-8251-9FA38C7A6D1E}" type="presParOf" srcId="{716BEBDC-C65A-4AAA-AFC5-A1B9BA1CB78C}" destId="{4B25C4FC-1D4E-436C-BB67-8A1E5BE27401}" srcOrd="1" destOrd="0" presId="urn:microsoft.com/office/officeart/2018/5/layout/IconLeafLabelList"/>
    <dgm:cxn modelId="{9322E3FC-9690-460B-9650-49C68A29F958}" type="presParOf" srcId="{716BEBDC-C65A-4AAA-AFC5-A1B9BA1CB78C}" destId="{51208473-EB3C-41DA-A69E-86D20C9877CD}" srcOrd="2" destOrd="0" presId="urn:microsoft.com/office/officeart/2018/5/layout/IconLeafLabelList"/>
    <dgm:cxn modelId="{D79E8326-03A7-4407-B0DA-BDDD2E0950EF}" type="presParOf" srcId="{716BEBDC-C65A-4AAA-AFC5-A1B9BA1CB78C}" destId="{EC891447-05A8-4694-9BED-06ADB7E06A56}"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66239A-7316-423B-926E-1CB28A3AC1CC}">
      <dsp:nvSpPr>
        <dsp:cNvPr id="0" name=""/>
        <dsp:cNvSpPr/>
      </dsp:nvSpPr>
      <dsp:spPr>
        <a:xfrm>
          <a:off x="849772" y="981726"/>
          <a:ext cx="1258737" cy="125873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C0B22F-36D6-443D-96B2-AD0F70E93608}">
      <dsp:nvSpPr>
        <dsp:cNvPr id="0" name=""/>
        <dsp:cNvSpPr/>
      </dsp:nvSpPr>
      <dsp:spPr>
        <a:xfrm>
          <a:off x="1118028" y="1249981"/>
          <a:ext cx="722226" cy="7222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269CC6-2BF4-4AEE-8902-473972E1274F}">
      <dsp:nvSpPr>
        <dsp:cNvPr id="0" name=""/>
        <dsp:cNvSpPr/>
      </dsp:nvSpPr>
      <dsp:spPr>
        <a:xfrm>
          <a:off x="447389" y="2632529"/>
          <a:ext cx="206350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a:t>Subjects (Math, Science, etc.) </a:t>
          </a:r>
        </a:p>
      </dsp:txBody>
      <dsp:txXfrm>
        <a:off x="447389" y="2632529"/>
        <a:ext cx="2063504" cy="720000"/>
      </dsp:txXfrm>
    </dsp:sp>
    <dsp:sp modelId="{67CFDD30-C37B-4C79-A5D6-681B0E2BFCE1}">
      <dsp:nvSpPr>
        <dsp:cNvPr id="0" name=""/>
        <dsp:cNvSpPr/>
      </dsp:nvSpPr>
      <dsp:spPr>
        <a:xfrm>
          <a:off x="3274390" y="981726"/>
          <a:ext cx="1258737" cy="125873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31856F-5343-415A-871D-EDDFAA3BE9FD}">
      <dsp:nvSpPr>
        <dsp:cNvPr id="0" name=""/>
        <dsp:cNvSpPr/>
      </dsp:nvSpPr>
      <dsp:spPr>
        <a:xfrm>
          <a:off x="3542646" y="1249981"/>
          <a:ext cx="722226" cy="7222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6AB96F1-80D4-4B38-B0CD-A25B28855F4D}">
      <dsp:nvSpPr>
        <dsp:cNvPr id="0" name=""/>
        <dsp:cNvSpPr/>
      </dsp:nvSpPr>
      <dsp:spPr>
        <a:xfrm>
          <a:off x="2872007" y="2632529"/>
          <a:ext cx="206350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a:t>Available study hours </a:t>
          </a:r>
        </a:p>
      </dsp:txBody>
      <dsp:txXfrm>
        <a:off x="2872007" y="2632529"/>
        <a:ext cx="2063504" cy="720000"/>
      </dsp:txXfrm>
    </dsp:sp>
    <dsp:sp modelId="{3B5A0EDC-8B3C-4394-A0CC-6CBFC5731B69}">
      <dsp:nvSpPr>
        <dsp:cNvPr id="0" name=""/>
        <dsp:cNvSpPr/>
      </dsp:nvSpPr>
      <dsp:spPr>
        <a:xfrm>
          <a:off x="5699007" y="981726"/>
          <a:ext cx="1258737" cy="125873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27EB13-A201-4178-BA32-06BD2EE7D583}">
      <dsp:nvSpPr>
        <dsp:cNvPr id="0" name=""/>
        <dsp:cNvSpPr/>
      </dsp:nvSpPr>
      <dsp:spPr>
        <a:xfrm>
          <a:off x="5967263" y="1249981"/>
          <a:ext cx="722226" cy="7222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C6F340-F9AE-465D-877F-9003CEF34863}">
      <dsp:nvSpPr>
        <dsp:cNvPr id="0" name=""/>
        <dsp:cNvSpPr/>
      </dsp:nvSpPr>
      <dsp:spPr>
        <a:xfrm>
          <a:off x="5296624" y="2632529"/>
          <a:ext cx="206350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a:t>Exam dates </a:t>
          </a:r>
        </a:p>
      </dsp:txBody>
      <dsp:txXfrm>
        <a:off x="5296624" y="2632529"/>
        <a:ext cx="2063504" cy="720000"/>
      </dsp:txXfrm>
    </dsp:sp>
    <dsp:sp modelId="{C2AE5A8F-C752-440D-8D64-22178989D43F}">
      <dsp:nvSpPr>
        <dsp:cNvPr id="0" name=""/>
        <dsp:cNvSpPr/>
      </dsp:nvSpPr>
      <dsp:spPr>
        <a:xfrm>
          <a:off x="8123625" y="981726"/>
          <a:ext cx="1258737" cy="1258737"/>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82E934-1422-4E52-AA07-9ABAC37F295E}">
      <dsp:nvSpPr>
        <dsp:cNvPr id="0" name=""/>
        <dsp:cNvSpPr/>
      </dsp:nvSpPr>
      <dsp:spPr>
        <a:xfrm>
          <a:off x="8391880" y="1249981"/>
          <a:ext cx="722226" cy="72222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7961A5-5A3F-4E2B-A305-D9093FB218CA}">
      <dsp:nvSpPr>
        <dsp:cNvPr id="0" name=""/>
        <dsp:cNvSpPr/>
      </dsp:nvSpPr>
      <dsp:spPr>
        <a:xfrm>
          <a:off x="7721242" y="2632529"/>
          <a:ext cx="206350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a:t>Difficulty level (easy/medium/hard)</a:t>
          </a:r>
        </a:p>
      </dsp:txBody>
      <dsp:txXfrm>
        <a:off x="7721242" y="2632529"/>
        <a:ext cx="2063504"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A4FEC8-EE53-4D80-94F8-620CACF09C1B}">
      <dsp:nvSpPr>
        <dsp:cNvPr id="0" name=""/>
        <dsp:cNvSpPr/>
      </dsp:nvSpPr>
      <dsp:spPr>
        <a:xfrm>
          <a:off x="2169914" y="458154"/>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8AE0C7-08C7-4107-85E8-DE5F48FF4238}">
      <dsp:nvSpPr>
        <dsp:cNvPr id="0" name=""/>
        <dsp:cNvSpPr/>
      </dsp:nvSpPr>
      <dsp:spPr>
        <a:xfrm>
          <a:off x="765914" y="2111043"/>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defRPr b="1"/>
          </a:pPr>
          <a:r>
            <a:rPr lang="en-US" sz="2300" kern="1200"/>
            <a:t>Simulation means testing how the system works.</a:t>
          </a:r>
        </a:p>
      </dsp:txBody>
      <dsp:txXfrm>
        <a:off x="765914" y="2111043"/>
        <a:ext cx="4320000" cy="648000"/>
      </dsp:txXfrm>
    </dsp:sp>
    <dsp:sp modelId="{1D6C65CF-207A-4E1B-B47E-FA2254F51E89}">
      <dsp:nvSpPr>
        <dsp:cNvPr id="0" name=""/>
        <dsp:cNvSpPr/>
      </dsp:nvSpPr>
      <dsp:spPr>
        <a:xfrm>
          <a:off x="765914" y="2824573"/>
          <a:ext cx="4320000" cy="910076"/>
        </a:xfrm>
        <a:prstGeom prst="rect">
          <a:avLst/>
        </a:prstGeom>
        <a:noFill/>
        <a:ln>
          <a:noFill/>
        </a:ln>
        <a:effectLst/>
      </dsp:spPr>
      <dsp:style>
        <a:lnRef idx="0">
          <a:scrgbClr r="0" g="0" b="0"/>
        </a:lnRef>
        <a:fillRef idx="0">
          <a:scrgbClr r="0" g="0" b="0"/>
        </a:fillRef>
        <a:effectRef idx="0">
          <a:scrgbClr r="0" g="0" b="0"/>
        </a:effectRef>
        <a:fontRef idx="minor"/>
      </dsp:style>
    </dsp:sp>
    <dsp:sp modelId="{C4C1A98B-4A44-4ED2-B318-0D57FD8DAD89}">
      <dsp:nvSpPr>
        <dsp:cNvPr id="0" name=""/>
        <dsp:cNvSpPr/>
      </dsp:nvSpPr>
      <dsp:spPr>
        <a:xfrm>
          <a:off x="7245914" y="458154"/>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8B20B5-06E3-46A2-BDB2-99AFEE9DB9C1}">
      <dsp:nvSpPr>
        <dsp:cNvPr id="0" name=""/>
        <dsp:cNvSpPr/>
      </dsp:nvSpPr>
      <dsp:spPr>
        <a:xfrm>
          <a:off x="5841914" y="2111043"/>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defRPr b="1"/>
          </a:pPr>
          <a:r>
            <a:rPr lang="en-US" sz="2300" kern="1200"/>
            <a:t>Example Scenario:</a:t>
          </a:r>
        </a:p>
      </dsp:txBody>
      <dsp:txXfrm>
        <a:off x="5841914" y="2111043"/>
        <a:ext cx="4320000" cy="648000"/>
      </dsp:txXfrm>
    </dsp:sp>
    <dsp:sp modelId="{F3939C34-DF45-4FDC-A34E-DB7AD1B34096}">
      <dsp:nvSpPr>
        <dsp:cNvPr id="0" name=""/>
        <dsp:cNvSpPr/>
      </dsp:nvSpPr>
      <dsp:spPr>
        <a:xfrm>
          <a:off x="5841914" y="2824573"/>
          <a:ext cx="4320000" cy="910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Student has 3 subjects </a:t>
          </a:r>
        </a:p>
        <a:p>
          <a:pPr marL="0" lvl="0" indent="0" algn="ctr" defTabSz="755650">
            <a:lnSpc>
              <a:spcPct val="90000"/>
            </a:lnSpc>
            <a:spcBef>
              <a:spcPct val="0"/>
            </a:spcBef>
            <a:spcAft>
              <a:spcPct val="35000"/>
            </a:spcAft>
            <a:buNone/>
          </a:pPr>
          <a:r>
            <a:rPr lang="en-US" sz="1700" kern="1200"/>
            <a:t>Weak in Math → AI assigns more time </a:t>
          </a:r>
        </a:p>
        <a:p>
          <a:pPr marL="0" lvl="0" indent="0" algn="ctr" defTabSz="755650">
            <a:lnSpc>
              <a:spcPct val="90000"/>
            </a:lnSpc>
            <a:spcBef>
              <a:spcPct val="0"/>
            </a:spcBef>
            <a:spcAft>
              <a:spcPct val="35000"/>
            </a:spcAft>
            <a:buNone/>
          </a:pPr>
          <a:r>
            <a:rPr lang="en-US" sz="1700" kern="1200"/>
            <a:t>Strong in English → Less time allocated</a:t>
          </a:r>
        </a:p>
      </dsp:txBody>
      <dsp:txXfrm>
        <a:off x="5841914" y="2824573"/>
        <a:ext cx="4320000" cy="9100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6FD6AA-532B-4E7A-A95E-2F1BFE11A767}">
      <dsp:nvSpPr>
        <dsp:cNvPr id="0" name=""/>
        <dsp:cNvSpPr/>
      </dsp:nvSpPr>
      <dsp:spPr>
        <a:xfrm>
          <a:off x="0" y="430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D9B7BD-940C-48B7-990F-6879B9716D7B}">
      <dsp:nvSpPr>
        <dsp:cNvPr id="0" name=""/>
        <dsp:cNvSpPr/>
      </dsp:nvSpPr>
      <dsp:spPr>
        <a:xfrm>
          <a:off x="277554" y="210753"/>
          <a:ext cx="504644" cy="5046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E3E64B-C326-47E1-943F-42ABB79096F3}">
      <dsp:nvSpPr>
        <dsp:cNvPr id="0" name=""/>
        <dsp:cNvSpPr/>
      </dsp:nvSpPr>
      <dsp:spPr>
        <a:xfrm>
          <a:off x="1059754" y="430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IN" sz="1900" kern="1200"/>
            <a:t>Personalized learning</a:t>
          </a:r>
          <a:endParaRPr lang="en-US" sz="1900" kern="1200"/>
        </a:p>
      </dsp:txBody>
      <dsp:txXfrm>
        <a:off x="1059754" y="4307"/>
        <a:ext cx="5304469" cy="917536"/>
      </dsp:txXfrm>
    </dsp:sp>
    <dsp:sp modelId="{91728DE7-D29F-494C-AF3F-A81382F485A2}">
      <dsp:nvSpPr>
        <dsp:cNvPr id="0" name=""/>
        <dsp:cNvSpPr/>
      </dsp:nvSpPr>
      <dsp:spPr>
        <a:xfrm>
          <a:off x="0" y="115122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D89E9B-34EB-434F-B7A6-640F6CF3A62B}">
      <dsp:nvSpPr>
        <dsp:cNvPr id="0" name=""/>
        <dsp:cNvSpPr/>
      </dsp:nvSpPr>
      <dsp:spPr>
        <a:xfrm>
          <a:off x="277554" y="1357673"/>
          <a:ext cx="504644" cy="5046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B35151-5D6D-490A-955C-F1E5ACA543A4}">
      <dsp:nvSpPr>
        <dsp:cNvPr id="0" name=""/>
        <dsp:cNvSpPr/>
      </dsp:nvSpPr>
      <dsp:spPr>
        <a:xfrm>
          <a:off x="1059754" y="115122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IN" sz="1900" kern="1200"/>
            <a:t>Better time management</a:t>
          </a:r>
          <a:endParaRPr lang="en-US" sz="1900" kern="1200"/>
        </a:p>
      </dsp:txBody>
      <dsp:txXfrm>
        <a:off x="1059754" y="1151227"/>
        <a:ext cx="5304469" cy="917536"/>
      </dsp:txXfrm>
    </dsp:sp>
    <dsp:sp modelId="{EE7BEF36-7B9F-4611-A9C4-025006056FE6}">
      <dsp:nvSpPr>
        <dsp:cNvPr id="0" name=""/>
        <dsp:cNvSpPr/>
      </dsp:nvSpPr>
      <dsp:spPr>
        <a:xfrm>
          <a:off x="0" y="229814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8C7094-F31F-42B4-A546-89514218EEAA}">
      <dsp:nvSpPr>
        <dsp:cNvPr id="0" name=""/>
        <dsp:cNvSpPr/>
      </dsp:nvSpPr>
      <dsp:spPr>
        <a:xfrm>
          <a:off x="277554" y="2504593"/>
          <a:ext cx="504644" cy="5046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C6279B-ACAA-4601-A47A-C6A3002E6EA4}">
      <dsp:nvSpPr>
        <dsp:cNvPr id="0" name=""/>
        <dsp:cNvSpPr/>
      </dsp:nvSpPr>
      <dsp:spPr>
        <a:xfrm>
          <a:off x="1059754" y="229814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IN" sz="1900" kern="1200"/>
            <a:t>Reduces exam stress</a:t>
          </a:r>
          <a:endParaRPr lang="en-US" sz="1900" kern="1200"/>
        </a:p>
      </dsp:txBody>
      <dsp:txXfrm>
        <a:off x="1059754" y="2298147"/>
        <a:ext cx="5304469" cy="917536"/>
      </dsp:txXfrm>
    </dsp:sp>
    <dsp:sp modelId="{BFE9DCDF-38D0-48FC-855B-4182489299FB}">
      <dsp:nvSpPr>
        <dsp:cNvPr id="0" name=""/>
        <dsp:cNvSpPr/>
      </dsp:nvSpPr>
      <dsp:spPr>
        <a:xfrm>
          <a:off x="0" y="3445068"/>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DEEF5E-103B-4B0E-9D40-663026A9F430}">
      <dsp:nvSpPr>
        <dsp:cNvPr id="0" name=""/>
        <dsp:cNvSpPr/>
      </dsp:nvSpPr>
      <dsp:spPr>
        <a:xfrm>
          <a:off x="277554" y="3651513"/>
          <a:ext cx="504644" cy="5046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F7E2F0-5D8A-47F6-AC11-1A1DFCDEB7B2}">
      <dsp:nvSpPr>
        <dsp:cNvPr id="0" name=""/>
        <dsp:cNvSpPr/>
      </dsp:nvSpPr>
      <dsp:spPr>
        <a:xfrm>
          <a:off x="1059754" y="344506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IN" sz="1900" kern="1200"/>
            <a:t>Improves academic performance</a:t>
          </a:r>
          <a:endParaRPr lang="en-US" sz="1900" kern="1200"/>
        </a:p>
      </dsp:txBody>
      <dsp:txXfrm>
        <a:off x="1059754" y="3445068"/>
        <a:ext cx="5304469" cy="917536"/>
      </dsp:txXfrm>
    </dsp:sp>
    <dsp:sp modelId="{1ECE1529-6AD3-47CA-AA1D-72201E19E9B2}">
      <dsp:nvSpPr>
        <dsp:cNvPr id="0" name=""/>
        <dsp:cNvSpPr/>
      </dsp:nvSpPr>
      <dsp:spPr>
        <a:xfrm>
          <a:off x="0" y="4591988"/>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06331F-E0F0-432B-B31D-7C1C71BBC4E4}">
      <dsp:nvSpPr>
        <dsp:cNvPr id="0" name=""/>
        <dsp:cNvSpPr/>
      </dsp:nvSpPr>
      <dsp:spPr>
        <a:xfrm>
          <a:off x="277554" y="4798433"/>
          <a:ext cx="504644" cy="5046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FBC1C20-5987-4E45-9859-5EF241C49EE4}">
      <dsp:nvSpPr>
        <dsp:cNvPr id="0" name=""/>
        <dsp:cNvSpPr/>
      </dsp:nvSpPr>
      <dsp:spPr>
        <a:xfrm>
          <a:off x="1059754" y="459198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IN" sz="1900" kern="1200"/>
            <a:t>Dynamic schedule updates</a:t>
          </a:r>
          <a:endParaRPr lang="en-US" sz="1900" kern="1200"/>
        </a:p>
      </dsp:txBody>
      <dsp:txXfrm>
        <a:off x="1059754" y="4591988"/>
        <a:ext cx="5304469" cy="9175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694C6A-D1F6-46E8-B86D-7FA12125573B}">
      <dsp:nvSpPr>
        <dsp:cNvPr id="0" name=""/>
        <dsp:cNvSpPr/>
      </dsp:nvSpPr>
      <dsp:spPr>
        <a:xfrm>
          <a:off x="775765" y="1063"/>
          <a:ext cx="997207" cy="99720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E07881-113E-4B3B-A5C6-8961C93766D2}">
      <dsp:nvSpPr>
        <dsp:cNvPr id="0" name=""/>
        <dsp:cNvSpPr/>
      </dsp:nvSpPr>
      <dsp:spPr>
        <a:xfrm>
          <a:off x="988284" y="213583"/>
          <a:ext cx="572167" cy="57216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3F95502-0D51-4549-AB61-315572A4642F}">
      <dsp:nvSpPr>
        <dsp:cNvPr id="0" name=""/>
        <dsp:cNvSpPr/>
      </dsp:nvSpPr>
      <dsp:spPr>
        <a:xfrm>
          <a:off x="456985" y="1308876"/>
          <a:ext cx="1634765" cy="6539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Mobile app integration </a:t>
          </a:r>
        </a:p>
      </dsp:txBody>
      <dsp:txXfrm>
        <a:off x="456985" y="1308876"/>
        <a:ext cx="1634765" cy="653906"/>
      </dsp:txXfrm>
    </dsp:sp>
    <dsp:sp modelId="{F88B301E-7A2E-4251-B2C6-07F3123B5A07}">
      <dsp:nvSpPr>
        <dsp:cNvPr id="0" name=""/>
        <dsp:cNvSpPr/>
      </dsp:nvSpPr>
      <dsp:spPr>
        <a:xfrm>
          <a:off x="2696614" y="1063"/>
          <a:ext cx="997207" cy="99720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3F34CD-39A7-45C5-83BB-F72A74F2765E}">
      <dsp:nvSpPr>
        <dsp:cNvPr id="0" name=""/>
        <dsp:cNvSpPr/>
      </dsp:nvSpPr>
      <dsp:spPr>
        <a:xfrm>
          <a:off x="2909134" y="213583"/>
          <a:ext cx="572167" cy="57216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B4CD7B-C05B-4DFC-8B46-B23B408663EC}">
      <dsp:nvSpPr>
        <dsp:cNvPr id="0" name=""/>
        <dsp:cNvSpPr/>
      </dsp:nvSpPr>
      <dsp:spPr>
        <a:xfrm>
          <a:off x="2377835" y="1308876"/>
          <a:ext cx="1634765" cy="6539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Voice-based assistants </a:t>
          </a:r>
        </a:p>
      </dsp:txBody>
      <dsp:txXfrm>
        <a:off x="2377835" y="1308876"/>
        <a:ext cx="1634765" cy="653906"/>
      </dsp:txXfrm>
    </dsp:sp>
    <dsp:sp modelId="{227E57B6-DC3C-4952-B6D0-E6035DB9BE12}">
      <dsp:nvSpPr>
        <dsp:cNvPr id="0" name=""/>
        <dsp:cNvSpPr/>
      </dsp:nvSpPr>
      <dsp:spPr>
        <a:xfrm>
          <a:off x="4617464" y="1063"/>
          <a:ext cx="997207" cy="99720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D700E6-1523-48AC-840F-236669C8A5DA}">
      <dsp:nvSpPr>
        <dsp:cNvPr id="0" name=""/>
        <dsp:cNvSpPr/>
      </dsp:nvSpPr>
      <dsp:spPr>
        <a:xfrm>
          <a:off x="4829984" y="213583"/>
          <a:ext cx="572167" cy="57216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EB7BB5-491C-45DC-9F11-1C4A581BE416}">
      <dsp:nvSpPr>
        <dsp:cNvPr id="0" name=""/>
        <dsp:cNvSpPr/>
      </dsp:nvSpPr>
      <dsp:spPr>
        <a:xfrm>
          <a:off x="4298685" y="1308876"/>
          <a:ext cx="1634765" cy="6539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AI chatbots for doubt solving </a:t>
          </a:r>
        </a:p>
      </dsp:txBody>
      <dsp:txXfrm>
        <a:off x="4298685" y="1308876"/>
        <a:ext cx="1634765" cy="653906"/>
      </dsp:txXfrm>
    </dsp:sp>
    <dsp:sp modelId="{5D926451-3AFB-4EC8-B729-01A976B0718E}">
      <dsp:nvSpPr>
        <dsp:cNvPr id="0" name=""/>
        <dsp:cNvSpPr/>
      </dsp:nvSpPr>
      <dsp:spPr>
        <a:xfrm>
          <a:off x="6538314" y="1063"/>
          <a:ext cx="997207" cy="997207"/>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5E5329-6FDD-463F-9638-2A70E7B06663}">
      <dsp:nvSpPr>
        <dsp:cNvPr id="0" name=""/>
        <dsp:cNvSpPr/>
      </dsp:nvSpPr>
      <dsp:spPr>
        <a:xfrm>
          <a:off x="6750833" y="213583"/>
          <a:ext cx="572167" cy="57216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5586D7-505D-4FFC-8322-5144B0098D71}">
      <dsp:nvSpPr>
        <dsp:cNvPr id="0" name=""/>
        <dsp:cNvSpPr/>
      </dsp:nvSpPr>
      <dsp:spPr>
        <a:xfrm>
          <a:off x="6219534" y="1308876"/>
          <a:ext cx="1634765" cy="6539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Integration with tools like Google Calendar </a:t>
          </a:r>
        </a:p>
      </dsp:txBody>
      <dsp:txXfrm>
        <a:off x="6219534" y="1308876"/>
        <a:ext cx="1634765" cy="653906"/>
      </dsp:txXfrm>
    </dsp:sp>
    <dsp:sp modelId="{E30A8322-9011-4519-AD17-BC8DF7D6D6BB}">
      <dsp:nvSpPr>
        <dsp:cNvPr id="0" name=""/>
        <dsp:cNvSpPr/>
      </dsp:nvSpPr>
      <dsp:spPr>
        <a:xfrm>
          <a:off x="8459163" y="1063"/>
          <a:ext cx="997207" cy="997207"/>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724566-CD5D-4544-B238-ABB153A99900}">
      <dsp:nvSpPr>
        <dsp:cNvPr id="0" name=""/>
        <dsp:cNvSpPr/>
      </dsp:nvSpPr>
      <dsp:spPr>
        <a:xfrm>
          <a:off x="8671683" y="213583"/>
          <a:ext cx="572167" cy="57216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32159B-F26B-4DFC-9903-E4523D3C728C}">
      <dsp:nvSpPr>
        <dsp:cNvPr id="0" name=""/>
        <dsp:cNvSpPr/>
      </dsp:nvSpPr>
      <dsp:spPr>
        <a:xfrm>
          <a:off x="8140384" y="1308876"/>
          <a:ext cx="1634765" cy="6539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Real-time performance tracking </a:t>
          </a:r>
        </a:p>
      </dsp:txBody>
      <dsp:txXfrm>
        <a:off x="8140384" y="1308876"/>
        <a:ext cx="1634765" cy="653906"/>
      </dsp:txXfrm>
    </dsp:sp>
    <dsp:sp modelId="{2D4ED1DD-E4EA-4D84-8320-B26B1183D766}">
      <dsp:nvSpPr>
        <dsp:cNvPr id="0" name=""/>
        <dsp:cNvSpPr/>
      </dsp:nvSpPr>
      <dsp:spPr>
        <a:xfrm>
          <a:off x="4617464" y="2371473"/>
          <a:ext cx="997207" cy="99720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25C4FC-1D4E-436C-BB67-8A1E5BE27401}">
      <dsp:nvSpPr>
        <dsp:cNvPr id="0" name=""/>
        <dsp:cNvSpPr/>
      </dsp:nvSpPr>
      <dsp:spPr>
        <a:xfrm>
          <a:off x="4829984" y="2583993"/>
          <a:ext cx="572167" cy="57216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891447-05A8-4694-9BED-06ADB7E06A56}">
      <dsp:nvSpPr>
        <dsp:cNvPr id="0" name=""/>
        <dsp:cNvSpPr/>
      </dsp:nvSpPr>
      <dsp:spPr>
        <a:xfrm>
          <a:off x="4298685" y="3679286"/>
          <a:ext cx="1634765" cy="6539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Machine learning models for better predictions </a:t>
          </a:r>
        </a:p>
      </dsp:txBody>
      <dsp:txXfrm>
        <a:off x="4298685" y="3679286"/>
        <a:ext cx="1634765" cy="653906"/>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64AFA-885C-BEBC-A4DA-C2DD1100DA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3C77774-3928-4560-EAE5-5E2809B219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8FD0ECD-5901-6F64-EEF0-7ACAFB384841}"/>
              </a:ext>
            </a:extLst>
          </p:cNvPr>
          <p:cNvSpPr>
            <a:spLocks noGrp="1"/>
          </p:cNvSpPr>
          <p:nvPr>
            <p:ph type="dt" sz="half" idx="10"/>
          </p:nvPr>
        </p:nvSpPr>
        <p:spPr/>
        <p:txBody>
          <a:bodyPr/>
          <a:lstStyle/>
          <a:p>
            <a:fld id="{705C601A-FA64-4A21-9466-25D9F645D35B}" type="datetimeFigureOut">
              <a:rPr lang="en-IN" smtClean="0"/>
              <a:t>29-03-2026</a:t>
            </a:fld>
            <a:endParaRPr lang="en-IN"/>
          </a:p>
        </p:txBody>
      </p:sp>
      <p:sp>
        <p:nvSpPr>
          <p:cNvPr id="5" name="Footer Placeholder 4">
            <a:extLst>
              <a:ext uri="{FF2B5EF4-FFF2-40B4-BE49-F238E27FC236}">
                <a16:creationId xmlns:a16="http://schemas.microsoft.com/office/drawing/2014/main" id="{AFBD09D3-ABDC-C124-B3D2-092CEC362D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7C5F20-31B8-88A9-9428-F2825947D81C}"/>
              </a:ext>
            </a:extLst>
          </p:cNvPr>
          <p:cNvSpPr>
            <a:spLocks noGrp="1"/>
          </p:cNvSpPr>
          <p:nvPr>
            <p:ph type="sldNum" sz="quarter" idx="12"/>
          </p:nvPr>
        </p:nvSpPr>
        <p:spPr/>
        <p:txBody>
          <a:bodyPr/>
          <a:lstStyle/>
          <a:p>
            <a:fld id="{4E1570E2-62B3-43ED-A29B-9E2F52C3D6A9}" type="slidenum">
              <a:rPr lang="en-IN" smtClean="0"/>
              <a:t>‹#›</a:t>
            </a:fld>
            <a:endParaRPr lang="en-IN"/>
          </a:p>
        </p:txBody>
      </p:sp>
    </p:spTree>
    <p:extLst>
      <p:ext uri="{BB962C8B-B14F-4D97-AF65-F5344CB8AC3E}">
        <p14:creationId xmlns:p14="http://schemas.microsoft.com/office/powerpoint/2010/main" val="988268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143DF-8F19-8CF7-3CE8-437B41FEECE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A26BA8-A03B-6195-428D-6B33E39914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58D62D-8039-678A-A7A4-2FEAEA9F34B8}"/>
              </a:ext>
            </a:extLst>
          </p:cNvPr>
          <p:cNvSpPr>
            <a:spLocks noGrp="1"/>
          </p:cNvSpPr>
          <p:nvPr>
            <p:ph type="dt" sz="half" idx="10"/>
          </p:nvPr>
        </p:nvSpPr>
        <p:spPr/>
        <p:txBody>
          <a:bodyPr/>
          <a:lstStyle/>
          <a:p>
            <a:fld id="{705C601A-FA64-4A21-9466-25D9F645D35B}" type="datetimeFigureOut">
              <a:rPr lang="en-IN" smtClean="0"/>
              <a:t>29-03-2026</a:t>
            </a:fld>
            <a:endParaRPr lang="en-IN"/>
          </a:p>
        </p:txBody>
      </p:sp>
      <p:sp>
        <p:nvSpPr>
          <p:cNvPr id="5" name="Footer Placeholder 4">
            <a:extLst>
              <a:ext uri="{FF2B5EF4-FFF2-40B4-BE49-F238E27FC236}">
                <a16:creationId xmlns:a16="http://schemas.microsoft.com/office/drawing/2014/main" id="{9DDE3F15-1B8F-49CD-08F7-6BFA82F27E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31C4FD-DF5F-768A-3D32-2B51493F1253}"/>
              </a:ext>
            </a:extLst>
          </p:cNvPr>
          <p:cNvSpPr>
            <a:spLocks noGrp="1"/>
          </p:cNvSpPr>
          <p:nvPr>
            <p:ph type="sldNum" sz="quarter" idx="12"/>
          </p:nvPr>
        </p:nvSpPr>
        <p:spPr/>
        <p:txBody>
          <a:bodyPr/>
          <a:lstStyle/>
          <a:p>
            <a:fld id="{4E1570E2-62B3-43ED-A29B-9E2F52C3D6A9}" type="slidenum">
              <a:rPr lang="en-IN" smtClean="0"/>
              <a:t>‹#›</a:t>
            </a:fld>
            <a:endParaRPr lang="en-IN"/>
          </a:p>
        </p:txBody>
      </p:sp>
    </p:spTree>
    <p:extLst>
      <p:ext uri="{BB962C8B-B14F-4D97-AF65-F5344CB8AC3E}">
        <p14:creationId xmlns:p14="http://schemas.microsoft.com/office/powerpoint/2010/main" val="935105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5EEC2-C127-BF34-F9D5-A107039C4B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2871E13-2E77-9FA9-6316-BD38DD51815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C17298-FC4E-C4CE-ECD3-539F22FC8004}"/>
              </a:ext>
            </a:extLst>
          </p:cNvPr>
          <p:cNvSpPr>
            <a:spLocks noGrp="1"/>
          </p:cNvSpPr>
          <p:nvPr>
            <p:ph type="dt" sz="half" idx="10"/>
          </p:nvPr>
        </p:nvSpPr>
        <p:spPr/>
        <p:txBody>
          <a:bodyPr/>
          <a:lstStyle/>
          <a:p>
            <a:fld id="{705C601A-FA64-4A21-9466-25D9F645D35B}" type="datetimeFigureOut">
              <a:rPr lang="en-IN" smtClean="0"/>
              <a:t>29-03-2026</a:t>
            </a:fld>
            <a:endParaRPr lang="en-IN"/>
          </a:p>
        </p:txBody>
      </p:sp>
      <p:sp>
        <p:nvSpPr>
          <p:cNvPr id="5" name="Footer Placeholder 4">
            <a:extLst>
              <a:ext uri="{FF2B5EF4-FFF2-40B4-BE49-F238E27FC236}">
                <a16:creationId xmlns:a16="http://schemas.microsoft.com/office/drawing/2014/main" id="{552A0287-03A0-78FE-B1AB-2A99EC695D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079B2E-D023-0830-D275-872317D0D6CC}"/>
              </a:ext>
            </a:extLst>
          </p:cNvPr>
          <p:cNvSpPr>
            <a:spLocks noGrp="1"/>
          </p:cNvSpPr>
          <p:nvPr>
            <p:ph type="sldNum" sz="quarter" idx="12"/>
          </p:nvPr>
        </p:nvSpPr>
        <p:spPr/>
        <p:txBody>
          <a:bodyPr/>
          <a:lstStyle/>
          <a:p>
            <a:fld id="{4E1570E2-62B3-43ED-A29B-9E2F52C3D6A9}" type="slidenum">
              <a:rPr lang="en-IN" smtClean="0"/>
              <a:t>‹#›</a:t>
            </a:fld>
            <a:endParaRPr lang="en-IN"/>
          </a:p>
        </p:txBody>
      </p:sp>
    </p:spTree>
    <p:extLst>
      <p:ext uri="{BB962C8B-B14F-4D97-AF65-F5344CB8AC3E}">
        <p14:creationId xmlns:p14="http://schemas.microsoft.com/office/powerpoint/2010/main" val="1078997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4DAEA-F44B-6359-2553-B4EA7EF0FA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17076E-0177-DF21-F914-385027747E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A6B480E-F52F-1391-6EFE-7F7D9B3891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8458E81-9F76-6679-0B34-23A35DAE55A2}"/>
              </a:ext>
            </a:extLst>
          </p:cNvPr>
          <p:cNvSpPr>
            <a:spLocks noGrp="1"/>
          </p:cNvSpPr>
          <p:nvPr>
            <p:ph type="dt" sz="half" idx="10"/>
          </p:nvPr>
        </p:nvSpPr>
        <p:spPr/>
        <p:txBody>
          <a:bodyPr/>
          <a:lstStyle/>
          <a:p>
            <a:fld id="{705C601A-FA64-4A21-9466-25D9F645D35B}" type="datetimeFigureOut">
              <a:rPr lang="en-IN" smtClean="0"/>
              <a:t>29-03-2026</a:t>
            </a:fld>
            <a:endParaRPr lang="en-IN"/>
          </a:p>
        </p:txBody>
      </p:sp>
      <p:sp>
        <p:nvSpPr>
          <p:cNvPr id="6" name="Footer Placeholder 5">
            <a:extLst>
              <a:ext uri="{FF2B5EF4-FFF2-40B4-BE49-F238E27FC236}">
                <a16:creationId xmlns:a16="http://schemas.microsoft.com/office/drawing/2014/main" id="{CC74C6A3-A379-C18A-A7F1-0963803447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3FA2F4-2AAA-0F28-56F0-D88099591C53}"/>
              </a:ext>
            </a:extLst>
          </p:cNvPr>
          <p:cNvSpPr>
            <a:spLocks noGrp="1"/>
          </p:cNvSpPr>
          <p:nvPr>
            <p:ph type="sldNum" sz="quarter" idx="12"/>
          </p:nvPr>
        </p:nvSpPr>
        <p:spPr/>
        <p:txBody>
          <a:bodyPr/>
          <a:lstStyle/>
          <a:p>
            <a:fld id="{4E1570E2-62B3-43ED-A29B-9E2F52C3D6A9}" type="slidenum">
              <a:rPr lang="en-IN" smtClean="0"/>
              <a:t>‹#›</a:t>
            </a:fld>
            <a:endParaRPr lang="en-IN"/>
          </a:p>
        </p:txBody>
      </p:sp>
    </p:spTree>
    <p:extLst>
      <p:ext uri="{BB962C8B-B14F-4D97-AF65-F5344CB8AC3E}">
        <p14:creationId xmlns:p14="http://schemas.microsoft.com/office/powerpoint/2010/main" val="1689329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961AE-6937-433A-4019-3815A94AB48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C6E4FED-681A-7B12-A816-9581C62817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930DF2-E5CC-C35B-8E8D-DB3ED9B6F9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CB169BB-24FE-A3C5-B78C-F389F0C30A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A0C3CD-699B-33D7-2A87-450D0B2FF6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78E951C-150F-5AAD-A491-4AAC3C98F906}"/>
              </a:ext>
            </a:extLst>
          </p:cNvPr>
          <p:cNvSpPr>
            <a:spLocks noGrp="1"/>
          </p:cNvSpPr>
          <p:nvPr>
            <p:ph type="dt" sz="half" idx="10"/>
          </p:nvPr>
        </p:nvSpPr>
        <p:spPr/>
        <p:txBody>
          <a:bodyPr/>
          <a:lstStyle/>
          <a:p>
            <a:fld id="{705C601A-FA64-4A21-9466-25D9F645D35B}" type="datetimeFigureOut">
              <a:rPr lang="en-IN" smtClean="0"/>
              <a:t>29-03-2026</a:t>
            </a:fld>
            <a:endParaRPr lang="en-IN"/>
          </a:p>
        </p:txBody>
      </p:sp>
      <p:sp>
        <p:nvSpPr>
          <p:cNvPr id="8" name="Footer Placeholder 7">
            <a:extLst>
              <a:ext uri="{FF2B5EF4-FFF2-40B4-BE49-F238E27FC236}">
                <a16:creationId xmlns:a16="http://schemas.microsoft.com/office/drawing/2014/main" id="{AB875AC8-0F54-8FAA-1B3D-BE6BE8F2823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ECCDBCE-A7FF-4A3C-A104-39801E51F350}"/>
              </a:ext>
            </a:extLst>
          </p:cNvPr>
          <p:cNvSpPr>
            <a:spLocks noGrp="1"/>
          </p:cNvSpPr>
          <p:nvPr>
            <p:ph type="sldNum" sz="quarter" idx="12"/>
          </p:nvPr>
        </p:nvSpPr>
        <p:spPr/>
        <p:txBody>
          <a:bodyPr/>
          <a:lstStyle/>
          <a:p>
            <a:fld id="{4E1570E2-62B3-43ED-A29B-9E2F52C3D6A9}" type="slidenum">
              <a:rPr lang="en-IN" smtClean="0"/>
              <a:t>‹#›</a:t>
            </a:fld>
            <a:endParaRPr lang="en-IN"/>
          </a:p>
        </p:txBody>
      </p:sp>
    </p:spTree>
    <p:extLst>
      <p:ext uri="{BB962C8B-B14F-4D97-AF65-F5344CB8AC3E}">
        <p14:creationId xmlns:p14="http://schemas.microsoft.com/office/powerpoint/2010/main" val="619071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13FC7-EADC-40ED-3F9D-AD6478663C5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09C3E24-E25D-3350-F1CC-B9D7D4AB6740}"/>
              </a:ext>
            </a:extLst>
          </p:cNvPr>
          <p:cNvSpPr>
            <a:spLocks noGrp="1"/>
          </p:cNvSpPr>
          <p:nvPr>
            <p:ph type="dt" sz="half" idx="10"/>
          </p:nvPr>
        </p:nvSpPr>
        <p:spPr/>
        <p:txBody>
          <a:bodyPr/>
          <a:lstStyle/>
          <a:p>
            <a:fld id="{705C601A-FA64-4A21-9466-25D9F645D35B}" type="datetimeFigureOut">
              <a:rPr lang="en-IN" smtClean="0"/>
              <a:t>29-03-2026</a:t>
            </a:fld>
            <a:endParaRPr lang="en-IN"/>
          </a:p>
        </p:txBody>
      </p:sp>
      <p:sp>
        <p:nvSpPr>
          <p:cNvPr id="4" name="Footer Placeholder 3">
            <a:extLst>
              <a:ext uri="{FF2B5EF4-FFF2-40B4-BE49-F238E27FC236}">
                <a16:creationId xmlns:a16="http://schemas.microsoft.com/office/drawing/2014/main" id="{4F4A5FBC-981B-F4F5-6B06-917C14F0829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630719E-02A5-7CD6-300C-657AD3593BF0}"/>
              </a:ext>
            </a:extLst>
          </p:cNvPr>
          <p:cNvSpPr>
            <a:spLocks noGrp="1"/>
          </p:cNvSpPr>
          <p:nvPr>
            <p:ph type="sldNum" sz="quarter" idx="12"/>
          </p:nvPr>
        </p:nvSpPr>
        <p:spPr/>
        <p:txBody>
          <a:bodyPr/>
          <a:lstStyle/>
          <a:p>
            <a:fld id="{4E1570E2-62B3-43ED-A29B-9E2F52C3D6A9}" type="slidenum">
              <a:rPr lang="en-IN" smtClean="0"/>
              <a:t>‹#›</a:t>
            </a:fld>
            <a:endParaRPr lang="en-IN"/>
          </a:p>
        </p:txBody>
      </p:sp>
    </p:spTree>
    <p:extLst>
      <p:ext uri="{BB962C8B-B14F-4D97-AF65-F5344CB8AC3E}">
        <p14:creationId xmlns:p14="http://schemas.microsoft.com/office/powerpoint/2010/main" val="3934963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84D486-2EFC-4709-2A28-E901321649C3}"/>
              </a:ext>
            </a:extLst>
          </p:cNvPr>
          <p:cNvSpPr>
            <a:spLocks noGrp="1"/>
          </p:cNvSpPr>
          <p:nvPr>
            <p:ph type="dt" sz="half" idx="10"/>
          </p:nvPr>
        </p:nvSpPr>
        <p:spPr/>
        <p:txBody>
          <a:bodyPr/>
          <a:lstStyle/>
          <a:p>
            <a:fld id="{705C601A-FA64-4A21-9466-25D9F645D35B}" type="datetimeFigureOut">
              <a:rPr lang="en-IN" smtClean="0"/>
              <a:t>29-03-2026</a:t>
            </a:fld>
            <a:endParaRPr lang="en-IN"/>
          </a:p>
        </p:txBody>
      </p:sp>
      <p:sp>
        <p:nvSpPr>
          <p:cNvPr id="3" name="Footer Placeholder 2">
            <a:extLst>
              <a:ext uri="{FF2B5EF4-FFF2-40B4-BE49-F238E27FC236}">
                <a16:creationId xmlns:a16="http://schemas.microsoft.com/office/drawing/2014/main" id="{490FAD7B-2CAF-AD41-2511-99544251D3B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1613AA8-7B8C-22B3-59FB-169977A3BC32}"/>
              </a:ext>
            </a:extLst>
          </p:cNvPr>
          <p:cNvSpPr>
            <a:spLocks noGrp="1"/>
          </p:cNvSpPr>
          <p:nvPr>
            <p:ph type="sldNum" sz="quarter" idx="12"/>
          </p:nvPr>
        </p:nvSpPr>
        <p:spPr/>
        <p:txBody>
          <a:bodyPr/>
          <a:lstStyle/>
          <a:p>
            <a:fld id="{4E1570E2-62B3-43ED-A29B-9E2F52C3D6A9}" type="slidenum">
              <a:rPr lang="en-IN" smtClean="0"/>
              <a:t>‹#›</a:t>
            </a:fld>
            <a:endParaRPr lang="en-IN"/>
          </a:p>
        </p:txBody>
      </p:sp>
    </p:spTree>
    <p:extLst>
      <p:ext uri="{BB962C8B-B14F-4D97-AF65-F5344CB8AC3E}">
        <p14:creationId xmlns:p14="http://schemas.microsoft.com/office/powerpoint/2010/main" val="277958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B3514-0795-2134-3A56-60FD896F14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6910842-A02C-AF63-11D0-C0250F2C53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3D08F4F-9248-F103-E20D-0BD0B38DDA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EDD5C5-04C2-9F00-32C3-3EB4B8D99EE0}"/>
              </a:ext>
            </a:extLst>
          </p:cNvPr>
          <p:cNvSpPr>
            <a:spLocks noGrp="1"/>
          </p:cNvSpPr>
          <p:nvPr>
            <p:ph type="dt" sz="half" idx="10"/>
          </p:nvPr>
        </p:nvSpPr>
        <p:spPr/>
        <p:txBody>
          <a:bodyPr/>
          <a:lstStyle/>
          <a:p>
            <a:fld id="{705C601A-FA64-4A21-9466-25D9F645D35B}" type="datetimeFigureOut">
              <a:rPr lang="en-IN" smtClean="0"/>
              <a:t>29-03-2026</a:t>
            </a:fld>
            <a:endParaRPr lang="en-IN"/>
          </a:p>
        </p:txBody>
      </p:sp>
      <p:sp>
        <p:nvSpPr>
          <p:cNvPr id="6" name="Footer Placeholder 5">
            <a:extLst>
              <a:ext uri="{FF2B5EF4-FFF2-40B4-BE49-F238E27FC236}">
                <a16:creationId xmlns:a16="http://schemas.microsoft.com/office/drawing/2014/main" id="{BA27B94F-9050-9BE5-FB31-F877588FDD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806F02-E241-915A-827F-7C2A5DF9BA29}"/>
              </a:ext>
            </a:extLst>
          </p:cNvPr>
          <p:cNvSpPr>
            <a:spLocks noGrp="1"/>
          </p:cNvSpPr>
          <p:nvPr>
            <p:ph type="sldNum" sz="quarter" idx="12"/>
          </p:nvPr>
        </p:nvSpPr>
        <p:spPr/>
        <p:txBody>
          <a:bodyPr/>
          <a:lstStyle/>
          <a:p>
            <a:fld id="{4E1570E2-62B3-43ED-A29B-9E2F52C3D6A9}" type="slidenum">
              <a:rPr lang="en-IN" smtClean="0"/>
              <a:t>‹#›</a:t>
            </a:fld>
            <a:endParaRPr lang="en-IN"/>
          </a:p>
        </p:txBody>
      </p:sp>
    </p:spTree>
    <p:extLst>
      <p:ext uri="{BB962C8B-B14F-4D97-AF65-F5344CB8AC3E}">
        <p14:creationId xmlns:p14="http://schemas.microsoft.com/office/powerpoint/2010/main" val="466754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51338-6679-51EB-5DF2-74A7F1015C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A1C4D10-01EE-2810-CD2A-15A6323836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CC25DBC-DB91-3E8B-12FA-AFB1CBC558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D6FFC3-C8E2-3DDE-C3F8-7ACBB08B19F3}"/>
              </a:ext>
            </a:extLst>
          </p:cNvPr>
          <p:cNvSpPr>
            <a:spLocks noGrp="1"/>
          </p:cNvSpPr>
          <p:nvPr>
            <p:ph type="dt" sz="half" idx="10"/>
          </p:nvPr>
        </p:nvSpPr>
        <p:spPr/>
        <p:txBody>
          <a:bodyPr/>
          <a:lstStyle/>
          <a:p>
            <a:fld id="{705C601A-FA64-4A21-9466-25D9F645D35B}" type="datetimeFigureOut">
              <a:rPr lang="en-IN" smtClean="0"/>
              <a:t>29-03-2026</a:t>
            </a:fld>
            <a:endParaRPr lang="en-IN"/>
          </a:p>
        </p:txBody>
      </p:sp>
      <p:sp>
        <p:nvSpPr>
          <p:cNvPr id="6" name="Footer Placeholder 5">
            <a:extLst>
              <a:ext uri="{FF2B5EF4-FFF2-40B4-BE49-F238E27FC236}">
                <a16:creationId xmlns:a16="http://schemas.microsoft.com/office/drawing/2014/main" id="{A77567DF-D315-E526-4675-1FC5BB9AB5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C9FCD6-7276-9286-8960-93A851966459}"/>
              </a:ext>
            </a:extLst>
          </p:cNvPr>
          <p:cNvSpPr>
            <a:spLocks noGrp="1"/>
          </p:cNvSpPr>
          <p:nvPr>
            <p:ph type="sldNum" sz="quarter" idx="12"/>
          </p:nvPr>
        </p:nvSpPr>
        <p:spPr/>
        <p:txBody>
          <a:bodyPr/>
          <a:lstStyle/>
          <a:p>
            <a:fld id="{4E1570E2-62B3-43ED-A29B-9E2F52C3D6A9}" type="slidenum">
              <a:rPr lang="en-IN" smtClean="0"/>
              <a:t>‹#›</a:t>
            </a:fld>
            <a:endParaRPr lang="en-IN"/>
          </a:p>
        </p:txBody>
      </p:sp>
    </p:spTree>
    <p:extLst>
      <p:ext uri="{BB962C8B-B14F-4D97-AF65-F5344CB8AC3E}">
        <p14:creationId xmlns:p14="http://schemas.microsoft.com/office/powerpoint/2010/main" val="3461262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629BA-7637-3023-9C42-334646E9B6E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E476BB8-6D5A-5409-BCB4-824C06743C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3F22D8-E154-F201-3C5E-82780D86F376}"/>
              </a:ext>
            </a:extLst>
          </p:cNvPr>
          <p:cNvSpPr>
            <a:spLocks noGrp="1"/>
          </p:cNvSpPr>
          <p:nvPr>
            <p:ph type="dt" sz="half" idx="10"/>
          </p:nvPr>
        </p:nvSpPr>
        <p:spPr/>
        <p:txBody>
          <a:bodyPr/>
          <a:lstStyle/>
          <a:p>
            <a:fld id="{705C601A-FA64-4A21-9466-25D9F645D35B}" type="datetimeFigureOut">
              <a:rPr lang="en-IN" smtClean="0"/>
              <a:t>29-03-2026</a:t>
            </a:fld>
            <a:endParaRPr lang="en-IN"/>
          </a:p>
        </p:txBody>
      </p:sp>
      <p:sp>
        <p:nvSpPr>
          <p:cNvPr id="5" name="Footer Placeholder 4">
            <a:extLst>
              <a:ext uri="{FF2B5EF4-FFF2-40B4-BE49-F238E27FC236}">
                <a16:creationId xmlns:a16="http://schemas.microsoft.com/office/drawing/2014/main" id="{D5FEC3A9-E57F-F919-A74D-2BC3901C58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6299B4-4DA3-7104-90B4-6BD67233C55F}"/>
              </a:ext>
            </a:extLst>
          </p:cNvPr>
          <p:cNvSpPr>
            <a:spLocks noGrp="1"/>
          </p:cNvSpPr>
          <p:nvPr>
            <p:ph type="sldNum" sz="quarter" idx="12"/>
          </p:nvPr>
        </p:nvSpPr>
        <p:spPr/>
        <p:txBody>
          <a:bodyPr/>
          <a:lstStyle/>
          <a:p>
            <a:fld id="{4E1570E2-62B3-43ED-A29B-9E2F52C3D6A9}" type="slidenum">
              <a:rPr lang="en-IN" smtClean="0"/>
              <a:t>‹#›</a:t>
            </a:fld>
            <a:endParaRPr lang="en-IN"/>
          </a:p>
        </p:txBody>
      </p:sp>
    </p:spTree>
    <p:extLst>
      <p:ext uri="{BB962C8B-B14F-4D97-AF65-F5344CB8AC3E}">
        <p14:creationId xmlns:p14="http://schemas.microsoft.com/office/powerpoint/2010/main" val="1511953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74F925-75F6-D1C3-4730-75A93C2E184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0F7681-1CF8-70DB-26D0-223EF5123E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7BD977-50D6-08FA-1651-991B12784DE7}"/>
              </a:ext>
            </a:extLst>
          </p:cNvPr>
          <p:cNvSpPr>
            <a:spLocks noGrp="1"/>
          </p:cNvSpPr>
          <p:nvPr>
            <p:ph type="dt" sz="half" idx="10"/>
          </p:nvPr>
        </p:nvSpPr>
        <p:spPr/>
        <p:txBody>
          <a:bodyPr/>
          <a:lstStyle/>
          <a:p>
            <a:fld id="{705C601A-FA64-4A21-9466-25D9F645D35B}" type="datetimeFigureOut">
              <a:rPr lang="en-IN" smtClean="0"/>
              <a:t>29-03-2026</a:t>
            </a:fld>
            <a:endParaRPr lang="en-IN"/>
          </a:p>
        </p:txBody>
      </p:sp>
      <p:sp>
        <p:nvSpPr>
          <p:cNvPr id="5" name="Footer Placeholder 4">
            <a:extLst>
              <a:ext uri="{FF2B5EF4-FFF2-40B4-BE49-F238E27FC236}">
                <a16:creationId xmlns:a16="http://schemas.microsoft.com/office/drawing/2014/main" id="{CA46A0E9-5E9A-EDB2-F484-EED1FF3A6B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840068-4BC9-9895-B7AA-E397EBF3A1BE}"/>
              </a:ext>
            </a:extLst>
          </p:cNvPr>
          <p:cNvSpPr>
            <a:spLocks noGrp="1"/>
          </p:cNvSpPr>
          <p:nvPr>
            <p:ph type="sldNum" sz="quarter" idx="12"/>
          </p:nvPr>
        </p:nvSpPr>
        <p:spPr/>
        <p:txBody>
          <a:bodyPr/>
          <a:lstStyle/>
          <a:p>
            <a:fld id="{4E1570E2-62B3-43ED-A29B-9E2F52C3D6A9}" type="slidenum">
              <a:rPr lang="en-IN" smtClean="0"/>
              <a:t>‹#›</a:t>
            </a:fld>
            <a:endParaRPr lang="en-IN"/>
          </a:p>
        </p:txBody>
      </p:sp>
    </p:spTree>
    <p:extLst>
      <p:ext uri="{BB962C8B-B14F-4D97-AF65-F5344CB8AC3E}">
        <p14:creationId xmlns:p14="http://schemas.microsoft.com/office/powerpoint/2010/main" val="2616095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EE973A-0ADD-C180-0BA3-F307F00927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0298EC-3001-CAF0-596E-58C6FF67F5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A12922-E077-8A45-8AC2-CF228A20FB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5C601A-FA64-4A21-9466-25D9F645D35B}" type="datetimeFigureOut">
              <a:rPr lang="en-IN" smtClean="0"/>
              <a:t>29-03-2026</a:t>
            </a:fld>
            <a:endParaRPr lang="en-IN"/>
          </a:p>
        </p:txBody>
      </p:sp>
      <p:sp>
        <p:nvSpPr>
          <p:cNvPr id="5" name="Footer Placeholder 4">
            <a:extLst>
              <a:ext uri="{FF2B5EF4-FFF2-40B4-BE49-F238E27FC236}">
                <a16:creationId xmlns:a16="http://schemas.microsoft.com/office/drawing/2014/main" id="{3BB7B982-255A-D91A-25A3-8972BD0430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56F061B-EFE1-4BD8-8D2E-EB16092C6E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1570E2-62B3-43ED-A29B-9E2F52C3D6A9}" type="slidenum">
              <a:rPr lang="en-IN" smtClean="0"/>
              <a:t>‹#›</a:t>
            </a:fld>
            <a:endParaRPr lang="en-IN"/>
          </a:p>
        </p:txBody>
      </p:sp>
    </p:spTree>
    <p:extLst>
      <p:ext uri="{BB962C8B-B14F-4D97-AF65-F5344CB8AC3E}">
        <p14:creationId xmlns:p14="http://schemas.microsoft.com/office/powerpoint/2010/main" val="512902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9D36D6-2AC5-46A1-A849-4C82D5264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77247F5-1FD4-F7D8-58DA-D264EE868B9B}"/>
              </a:ext>
            </a:extLst>
          </p:cNvPr>
          <p:cNvSpPr>
            <a:spLocks noGrp="1"/>
          </p:cNvSpPr>
          <p:nvPr>
            <p:ph type="ctrTitle"/>
          </p:nvPr>
        </p:nvSpPr>
        <p:spPr>
          <a:xfrm>
            <a:off x="5354955" y="552182"/>
            <a:ext cx="5998840" cy="3343135"/>
          </a:xfrm>
          <a:noFill/>
        </p:spPr>
        <p:txBody>
          <a:bodyPr>
            <a:normAutofit/>
          </a:bodyPr>
          <a:lstStyle/>
          <a:p>
            <a:pPr algn="l"/>
            <a:r>
              <a:rPr lang="en-US" sz="5200"/>
              <a:t>Smart Study Planner using AI</a:t>
            </a:r>
            <a:endParaRPr lang="en-IN" sz="5200"/>
          </a:p>
        </p:txBody>
      </p:sp>
      <p:sp>
        <p:nvSpPr>
          <p:cNvPr id="3" name="Subtitle 2">
            <a:extLst>
              <a:ext uri="{FF2B5EF4-FFF2-40B4-BE49-F238E27FC236}">
                <a16:creationId xmlns:a16="http://schemas.microsoft.com/office/drawing/2014/main" id="{BB6D08F6-6ED8-E371-820B-1C8DA462A0F7}"/>
              </a:ext>
            </a:extLst>
          </p:cNvPr>
          <p:cNvSpPr>
            <a:spLocks noGrp="1"/>
          </p:cNvSpPr>
          <p:nvPr>
            <p:ph type="subTitle" idx="1"/>
          </p:nvPr>
        </p:nvSpPr>
        <p:spPr>
          <a:xfrm>
            <a:off x="5354955" y="4067032"/>
            <a:ext cx="5998840" cy="2067068"/>
          </a:xfrm>
          <a:noFill/>
        </p:spPr>
        <p:txBody>
          <a:bodyPr>
            <a:normAutofit/>
          </a:bodyPr>
          <a:lstStyle/>
          <a:p>
            <a:pPr algn="l"/>
            <a:r>
              <a:rPr lang="en-IN" dirty="0"/>
              <a:t>         M Akhila  - 2411021060132</a:t>
            </a:r>
          </a:p>
          <a:p>
            <a:pPr algn="l"/>
            <a:r>
              <a:rPr lang="en-IN" dirty="0"/>
              <a:t>   M Bhavya Sree - 2411021060197</a:t>
            </a:r>
          </a:p>
          <a:p>
            <a:pPr algn="l"/>
            <a:r>
              <a:rPr lang="en-IN" dirty="0"/>
              <a:t>        S Pranathi - 2411021060205</a:t>
            </a:r>
          </a:p>
          <a:p>
            <a:pPr algn="l"/>
            <a:endParaRPr lang="en-IN" dirty="0"/>
          </a:p>
        </p:txBody>
      </p:sp>
      <p:pic>
        <p:nvPicPr>
          <p:cNvPr id="5" name="Picture 4" descr="Person writing on a notepad">
            <a:extLst>
              <a:ext uri="{FF2B5EF4-FFF2-40B4-BE49-F238E27FC236}">
                <a16:creationId xmlns:a16="http://schemas.microsoft.com/office/drawing/2014/main" id="{03DE127A-E5E0-1E84-257A-5F50DF37F062}"/>
              </a:ext>
            </a:extLst>
          </p:cNvPr>
          <p:cNvPicPr>
            <a:picLocks noChangeAspect="1"/>
          </p:cNvPicPr>
          <p:nvPr/>
        </p:nvPicPr>
        <p:blipFill>
          <a:blip r:embed="rId2"/>
          <a:srcRect l="24843" r="17458"/>
          <a:stretch>
            <a:fillRect/>
          </a:stretch>
        </p:blipFill>
        <p:spPr>
          <a:xfrm>
            <a:off x="20" y="10"/>
            <a:ext cx="4992985" cy="6857990"/>
          </a:xfrm>
          <a:prstGeom prst="rect">
            <a:avLst/>
          </a:prstGeom>
        </p:spPr>
      </p:pic>
    </p:spTree>
    <p:extLst>
      <p:ext uri="{BB962C8B-B14F-4D97-AF65-F5344CB8AC3E}">
        <p14:creationId xmlns:p14="http://schemas.microsoft.com/office/powerpoint/2010/main" val="41619826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9A0297-EE23-8923-60A1-569AE67158AA}"/>
              </a:ext>
            </a:extLst>
          </p:cNvPr>
          <p:cNvSpPr>
            <a:spLocks noGrp="1"/>
          </p:cNvSpPr>
          <p:nvPr>
            <p:ph type="title"/>
          </p:nvPr>
        </p:nvSpPr>
        <p:spPr>
          <a:xfrm>
            <a:off x="838200" y="365125"/>
            <a:ext cx="10515600" cy="1325563"/>
          </a:xfrm>
        </p:spPr>
        <p:txBody>
          <a:bodyPr>
            <a:normAutofit/>
          </a:bodyPr>
          <a:lstStyle/>
          <a:p>
            <a:r>
              <a:rPr lang="en-IN" sz="5400" b="1">
                <a:latin typeface="Times New Roman" panose="02020603050405020304" pitchFamily="18" charset="0"/>
                <a:cs typeface="Times New Roman" panose="02020603050405020304" pitchFamily="18" charset="0"/>
              </a:rPr>
              <a:t>Introduction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6F87383-4243-3C6A-FA9A-C00ABA5D5278}"/>
              </a:ext>
            </a:extLst>
          </p:cNvPr>
          <p:cNvSpPr>
            <a:spLocks noGrp="1"/>
          </p:cNvSpPr>
          <p:nvPr>
            <p:ph idx="1"/>
          </p:nvPr>
        </p:nvSpPr>
        <p:spPr>
          <a:xfrm>
            <a:off x="838200" y="1929384"/>
            <a:ext cx="10515600" cy="4251960"/>
          </a:xfrm>
        </p:spPr>
        <p:txBody>
          <a:bodyPr>
            <a:normAutofit/>
          </a:bodyPr>
          <a:lstStyle/>
          <a:p>
            <a:r>
              <a:rPr lang="en-US" sz="2200">
                <a:latin typeface="Times New Roman" panose="02020603050405020304" pitchFamily="18" charset="0"/>
                <a:cs typeface="Times New Roman" panose="02020603050405020304" pitchFamily="18" charset="0"/>
              </a:rPr>
              <a:t>In today’s fast-paced academic environment, students often struggle to manage their time effectively across multiple subjects and deadlines. A Smart Study Planner using Artificial Intelligence (AI) is designed to help students create efficient, personalized study schedules.</a:t>
            </a:r>
          </a:p>
          <a:p>
            <a:r>
              <a:rPr lang="en-US" sz="2200">
                <a:latin typeface="Times New Roman" panose="02020603050405020304" pitchFamily="18" charset="0"/>
                <a:cs typeface="Times New Roman" panose="02020603050405020304" pitchFamily="18" charset="0"/>
              </a:rPr>
              <a:t>Unlike traditional planners, this system uses AI techniques to analyze student behavior, identify weak areas, and dynamically adjust study plans. It improves productivity, reduces stress, and enhances learning outcomes by making study planning intelligent and adaptive.</a:t>
            </a:r>
          </a:p>
          <a:p>
            <a:endParaRPr lang="en-IN" sz="2200"/>
          </a:p>
        </p:txBody>
      </p:sp>
    </p:spTree>
    <p:extLst>
      <p:ext uri="{BB962C8B-B14F-4D97-AF65-F5344CB8AC3E}">
        <p14:creationId xmlns:p14="http://schemas.microsoft.com/office/powerpoint/2010/main" val="488954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CA54BD-9900-F42E-776E-35DEF11C3D39}"/>
              </a:ext>
            </a:extLst>
          </p:cNvPr>
          <p:cNvSpPr>
            <a:spLocks noGrp="1"/>
          </p:cNvSpPr>
          <p:nvPr>
            <p:ph type="title"/>
          </p:nvPr>
        </p:nvSpPr>
        <p:spPr>
          <a:xfrm>
            <a:off x="838200" y="365125"/>
            <a:ext cx="10515600" cy="1325563"/>
          </a:xfrm>
        </p:spPr>
        <p:txBody>
          <a:bodyPr>
            <a:normAutofit/>
          </a:bodyPr>
          <a:lstStyle/>
          <a:p>
            <a:r>
              <a:rPr lang="en-IN" sz="5400" b="1">
                <a:latin typeface="Times New Roman" panose="02020603050405020304" pitchFamily="18" charset="0"/>
                <a:cs typeface="Times New Roman" panose="02020603050405020304" pitchFamily="18" charset="0"/>
              </a:rPr>
              <a:t>Why This Topic ?</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432EDB41-2987-648B-AEEE-DE55B50F73DF}"/>
              </a:ext>
            </a:extLst>
          </p:cNvPr>
          <p:cNvSpPr>
            <a:spLocks noGrp="1" noChangeArrowheads="1"/>
          </p:cNvSpPr>
          <p:nvPr>
            <p:ph idx="1"/>
          </p:nvPr>
        </p:nvSpPr>
        <p:spPr bwMode="auto">
          <a:xfrm>
            <a:off x="838200" y="1929384"/>
            <a:ext cx="10515600" cy="425196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rPr>
              <a:t>Increasing academic pressure on students </a:t>
            </a:r>
          </a:p>
          <a:p>
            <a:pPr eaLnBrk="0" fontAlgn="base" hangingPunct="0">
              <a:spcBef>
                <a:spcPct val="0"/>
              </a:spcBef>
              <a:spcAft>
                <a:spcPts val="600"/>
              </a:spcAft>
            </a:pPr>
            <a:endPar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endParaRPr>
          </a:p>
          <a:p>
            <a:pPr eaLnBrk="0" fontAlgn="base" hangingPunct="0">
              <a:spcBef>
                <a:spcPct val="0"/>
              </a:spcBef>
              <a:spcAft>
                <a:spcPts val="600"/>
              </a:spcAft>
            </a:pPr>
            <a:r>
              <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rPr>
              <a:t>Lack of proper time management skills </a:t>
            </a:r>
          </a:p>
          <a:p>
            <a:pPr eaLnBrk="0" fontAlgn="base" hangingPunct="0">
              <a:spcBef>
                <a:spcPct val="0"/>
              </a:spcBef>
              <a:spcAft>
                <a:spcPts val="600"/>
              </a:spcAft>
            </a:pPr>
            <a:endPar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endParaRPr>
          </a:p>
          <a:p>
            <a:pPr eaLnBrk="0" fontAlgn="base" hangingPunct="0">
              <a:spcBef>
                <a:spcPct val="0"/>
              </a:spcBef>
              <a:spcAft>
                <a:spcPts val="600"/>
              </a:spcAft>
            </a:pPr>
            <a:r>
              <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rPr>
              <a:t>Need for personalized learning solutions </a:t>
            </a:r>
          </a:p>
          <a:p>
            <a:pPr eaLnBrk="0" fontAlgn="base" hangingPunct="0">
              <a:spcBef>
                <a:spcPct val="0"/>
              </a:spcBef>
              <a:spcAft>
                <a:spcPts val="600"/>
              </a:spcAft>
            </a:pPr>
            <a:endPar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endParaRPr>
          </a:p>
          <a:p>
            <a:pPr eaLnBrk="0" fontAlgn="base" hangingPunct="0">
              <a:spcBef>
                <a:spcPct val="0"/>
              </a:spcBef>
              <a:spcAft>
                <a:spcPts val="600"/>
              </a:spcAft>
            </a:pPr>
            <a:r>
              <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rPr>
              <a:t>Growth of AI in education (EdTech) </a:t>
            </a:r>
          </a:p>
          <a:p>
            <a:pPr eaLnBrk="0" fontAlgn="base" hangingPunct="0">
              <a:spcBef>
                <a:spcPct val="0"/>
              </a:spcBef>
              <a:spcAft>
                <a:spcPts val="600"/>
              </a:spcAft>
            </a:pPr>
            <a:endPar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endParaRPr>
          </a:p>
          <a:p>
            <a:pPr eaLnBrk="0" fontAlgn="base" hangingPunct="0">
              <a:spcBef>
                <a:spcPct val="0"/>
              </a:spcBef>
              <a:spcAft>
                <a:spcPts val="600"/>
              </a:spcAft>
            </a:pPr>
            <a:r>
              <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rPr>
              <a:t>Helps improve performance with smart recommendations </a:t>
            </a:r>
          </a:p>
        </p:txBody>
      </p:sp>
    </p:spTree>
    <p:extLst>
      <p:ext uri="{BB962C8B-B14F-4D97-AF65-F5344CB8AC3E}">
        <p14:creationId xmlns:p14="http://schemas.microsoft.com/office/powerpoint/2010/main" val="2079154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5E6B98-8DCC-F020-D565-396184B6C0B4}"/>
              </a:ext>
            </a:extLst>
          </p:cNvPr>
          <p:cNvSpPr>
            <a:spLocks noGrp="1"/>
          </p:cNvSpPr>
          <p:nvPr>
            <p:ph type="title"/>
          </p:nvPr>
        </p:nvSpPr>
        <p:spPr>
          <a:xfrm>
            <a:off x="838200" y="365125"/>
            <a:ext cx="10515600" cy="1325563"/>
          </a:xfrm>
        </p:spPr>
        <p:txBody>
          <a:bodyPr>
            <a:normAutofit/>
          </a:bodyPr>
          <a:lstStyle/>
          <a:p>
            <a:r>
              <a:rPr lang="en-IN" sz="5400" b="1">
                <a:latin typeface="Times New Roman" panose="02020603050405020304" pitchFamily="18" charset="0"/>
                <a:cs typeface="Times New Roman" panose="02020603050405020304" pitchFamily="18" charset="0"/>
              </a:rPr>
              <a:t>Problem Statement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44B0876-F3B2-AE48-90A1-FE8818E20C03}"/>
              </a:ext>
            </a:extLst>
          </p:cNvPr>
          <p:cNvSpPr>
            <a:spLocks noGrp="1"/>
          </p:cNvSpPr>
          <p:nvPr>
            <p:ph idx="1"/>
          </p:nvPr>
        </p:nvSpPr>
        <p:spPr>
          <a:xfrm>
            <a:off x="838200" y="1929384"/>
            <a:ext cx="10515600" cy="4251960"/>
          </a:xfrm>
        </p:spPr>
        <p:txBody>
          <a:bodyPr>
            <a:normAutofit/>
          </a:bodyPr>
          <a:lstStyle/>
          <a:p>
            <a:r>
              <a:rPr lang="en-US" sz="2200">
                <a:latin typeface="Times New Roman" panose="02020603050405020304" pitchFamily="18" charset="0"/>
                <a:cs typeface="Times New Roman" panose="02020603050405020304" pitchFamily="18" charset="0"/>
              </a:rPr>
              <a:t>Many students:</a:t>
            </a:r>
          </a:p>
          <a:p>
            <a:pPr lvl="1"/>
            <a:r>
              <a:rPr lang="en-US" sz="2200">
                <a:latin typeface="Times New Roman" panose="02020603050405020304" pitchFamily="18" charset="0"/>
                <a:cs typeface="Times New Roman" panose="02020603050405020304" pitchFamily="18" charset="0"/>
              </a:rPr>
              <a:t>Fail to manage time efficiently </a:t>
            </a:r>
          </a:p>
          <a:p>
            <a:pPr lvl="1"/>
            <a:r>
              <a:rPr lang="en-US" sz="2200">
                <a:latin typeface="Times New Roman" panose="02020603050405020304" pitchFamily="18" charset="0"/>
                <a:cs typeface="Times New Roman" panose="02020603050405020304" pitchFamily="18" charset="0"/>
              </a:rPr>
              <a:t>Focus more on easy subjects and ignore difficult ones </a:t>
            </a:r>
          </a:p>
          <a:p>
            <a:pPr lvl="1"/>
            <a:r>
              <a:rPr lang="en-US" sz="2200">
                <a:latin typeface="Times New Roman" panose="02020603050405020304" pitchFamily="18" charset="0"/>
                <a:cs typeface="Times New Roman" panose="02020603050405020304" pitchFamily="18" charset="0"/>
              </a:rPr>
              <a:t>Do not follow a proper study schedule </a:t>
            </a:r>
          </a:p>
          <a:p>
            <a:pPr lvl="1"/>
            <a:r>
              <a:rPr lang="en-US" sz="2200">
                <a:latin typeface="Times New Roman" panose="02020603050405020304" pitchFamily="18" charset="0"/>
                <a:cs typeface="Times New Roman" panose="02020603050405020304" pitchFamily="18" charset="0"/>
              </a:rPr>
              <a:t>Experience stress before exams </a:t>
            </a:r>
          </a:p>
          <a:p>
            <a:r>
              <a:rPr lang="en-US" sz="2200">
                <a:latin typeface="Times New Roman" panose="02020603050405020304" pitchFamily="18" charset="0"/>
                <a:cs typeface="Times New Roman" panose="02020603050405020304" pitchFamily="18" charset="0"/>
              </a:rPr>
              <a:t>Traditional planners are static and cannot adapt to student performance. Therefore, there is a need for an intelligent system that can automatically create and adjust study plans.</a:t>
            </a:r>
          </a:p>
          <a:p>
            <a:endParaRPr lang="en-IN" sz="2200"/>
          </a:p>
        </p:txBody>
      </p:sp>
    </p:spTree>
    <p:extLst>
      <p:ext uri="{BB962C8B-B14F-4D97-AF65-F5344CB8AC3E}">
        <p14:creationId xmlns:p14="http://schemas.microsoft.com/office/powerpoint/2010/main" val="3064731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9699F8-4FE4-691D-DE2D-90A7AB568B8D}"/>
              </a:ext>
            </a:extLst>
          </p:cNvPr>
          <p:cNvSpPr>
            <a:spLocks noGrp="1"/>
          </p:cNvSpPr>
          <p:nvPr>
            <p:ph type="title"/>
          </p:nvPr>
        </p:nvSpPr>
        <p:spPr>
          <a:xfrm>
            <a:off x="5297762" y="329184"/>
            <a:ext cx="6251110" cy="1783080"/>
          </a:xfrm>
        </p:spPr>
        <p:txBody>
          <a:bodyPr anchor="b">
            <a:normAutofit/>
          </a:bodyPr>
          <a:lstStyle/>
          <a:p>
            <a:r>
              <a:rPr lang="en-IN" sz="5400" b="1">
                <a:latin typeface="Times New Roman" panose="02020603050405020304" pitchFamily="18" charset="0"/>
                <a:cs typeface="Times New Roman" panose="02020603050405020304" pitchFamily="18" charset="0"/>
              </a:rPr>
              <a:t>Objectives</a:t>
            </a:r>
          </a:p>
        </p:txBody>
      </p:sp>
      <p:pic>
        <p:nvPicPr>
          <p:cNvPr id="5" name="Picture 4" descr="People at the meeting desk">
            <a:extLst>
              <a:ext uri="{FF2B5EF4-FFF2-40B4-BE49-F238E27FC236}">
                <a16:creationId xmlns:a16="http://schemas.microsoft.com/office/drawing/2014/main" id="{177D16FC-CEB0-FAAB-B42C-B87A2FFBFD5F}"/>
              </a:ext>
            </a:extLst>
          </p:cNvPr>
          <p:cNvPicPr>
            <a:picLocks noChangeAspect="1"/>
          </p:cNvPicPr>
          <p:nvPr/>
        </p:nvPicPr>
        <p:blipFill>
          <a:blip r:embed="rId2"/>
          <a:srcRect l="26199" r="3560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7A2079C-29AC-E5F2-DC2B-A04AB82DA46A}"/>
              </a:ext>
            </a:extLst>
          </p:cNvPr>
          <p:cNvSpPr>
            <a:spLocks noGrp="1"/>
          </p:cNvSpPr>
          <p:nvPr>
            <p:ph idx="1"/>
          </p:nvPr>
        </p:nvSpPr>
        <p:spPr>
          <a:xfrm>
            <a:off x="5297762" y="2706624"/>
            <a:ext cx="6251110" cy="3483864"/>
          </a:xfrm>
        </p:spPr>
        <p:txBody>
          <a:bodyPr>
            <a:normAutofit/>
          </a:bodyPr>
          <a:lstStyle/>
          <a:p>
            <a:r>
              <a:rPr lang="en-US" sz="2200">
                <a:latin typeface="Times New Roman" panose="02020603050405020304" pitchFamily="18" charset="0"/>
                <a:cs typeface="Times New Roman" panose="02020603050405020304" pitchFamily="18" charset="0"/>
              </a:rPr>
              <a:t>To design an AI-based study planner </a:t>
            </a:r>
          </a:p>
          <a:p>
            <a:r>
              <a:rPr lang="en-US" sz="2200">
                <a:latin typeface="Times New Roman" panose="02020603050405020304" pitchFamily="18" charset="0"/>
                <a:cs typeface="Times New Roman" panose="02020603050405020304" pitchFamily="18" charset="0"/>
              </a:rPr>
              <a:t>To generate personalized study schedules </a:t>
            </a:r>
          </a:p>
          <a:p>
            <a:r>
              <a:rPr lang="en-US" sz="2200">
                <a:latin typeface="Times New Roman" panose="02020603050405020304" pitchFamily="18" charset="0"/>
                <a:cs typeface="Times New Roman" panose="02020603050405020304" pitchFamily="18" charset="0"/>
              </a:rPr>
              <a:t>To prioritize subjects based on difficulty and deadlines </a:t>
            </a:r>
          </a:p>
          <a:p>
            <a:r>
              <a:rPr lang="en-US" sz="2200">
                <a:latin typeface="Times New Roman" panose="02020603050405020304" pitchFamily="18" charset="0"/>
                <a:cs typeface="Times New Roman" panose="02020603050405020304" pitchFamily="18" charset="0"/>
              </a:rPr>
              <a:t>To track student progress </a:t>
            </a:r>
          </a:p>
          <a:p>
            <a:r>
              <a:rPr lang="en-US" sz="2200">
                <a:latin typeface="Times New Roman" panose="02020603050405020304" pitchFamily="18" charset="0"/>
                <a:cs typeface="Times New Roman" panose="02020603050405020304" pitchFamily="18" charset="0"/>
              </a:rPr>
              <a:t>To dynamically update study plans </a:t>
            </a:r>
          </a:p>
          <a:p>
            <a:endParaRPr lang="en-IN" sz="2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1180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D1A2CED-DA9B-4CCF-8215-CFC65FE71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7F67172-101F-9F68-FC02-DE4C4AEC96A4}"/>
              </a:ext>
            </a:extLst>
          </p:cNvPr>
          <p:cNvSpPr>
            <a:spLocks noGrp="1"/>
          </p:cNvSpPr>
          <p:nvPr>
            <p:ph type="title"/>
          </p:nvPr>
        </p:nvSpPr>
        <p:spPr>
          <a:xfrm>
            <a:off x="1115568" y="509521"/>
            <a:ext cx="10232136" cy="1014984"/>
          </a:xfrm>
        </p:spPr>
        <p:txBody>
          <a:bodyPr>
            <a:normAutofit/>
          </a:bodyPr>
          <a:lstStyle/>
          <a:p>
            <a:r>
              <a:rPr lang="en-IN" sz="4000" b="1">
                <a:latin typeface="Times New Roman" panose="02020603050405020304" pitchFamily="18" charset="0"/>
                <a:cs typeface="Times New Roman" panose="02020603050405020304" pitchFamily="18" charset="0"/>
              </a:rPr>
              <a:t>Dataset</a:t>
            </a:r>
          </a:p>
        </p:txBody>
      </p:sp>
      <p:sp>
        <p:nvSpPr>
          <p:cNvPr id="13" name="Rectangle 12">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658327"/>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DC93F22F-17E1-5568-F0BF-0B337135E981}"/>
              </a:ext>
            </a:extLst>
          </p:cNvPr>
          <p:cNvGraphicFramePr>
            <a:graphicFrameLocks noGrp="1"/>
          </p:cNvGraphicFramePr>
          <p:nvPr>
            <p:ph idx="1"/>
            <p:extLst>
              <p:ext uri="{D42A27DB-BD31-4B8C-83A1-F6EECF244321}">
                <p14:modId xmlns:p14="http://schemas.microsoft.com/office/powerpoint/2010/main" val="569209078"/>
              </p:ext>
            </p:extLst>
          </p:nvPr>
        </p:nvGraphicFramePr>
        <p:xfrm>
          <a:off x="1115568" y="1673352"/>
          <a:ext cx="10232136" cy="4334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5354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713482-A28C-751F-6832-DBAA3206FF35}"/>
              </a:ext>
            </a:extLst>
          </p:cNvPr>
          <p:cNvSpPr>
            <a:spLocks noGrp="1"/>
          </p:cNvSpPr>
          <p:nvPr>
            <p:ph type="title"/>
          </p:nvPr>
        </p:nvSpPr>
        <p:spPr>
          <a:xfrm>
            <a:off x="838200" y="365125"/>
            <a:ext cx="10515600" cy="1325563"/>
          </a:xfrm>
        </p:spPr>
        <p:txBody>
          <a:bodyPr>
            <a:normAutofit/>
          </a:bodyPr>
          <a:lstStyle/>
          <a:p>
            <a:r>
              <a:rPr lang="en-IN" sz="5400" b="1">
                <a:latin typeface="Times New Roman" panose="02020603050405020304" pitchFamily="18" charset="0"/>
                <a:cs typeface="Times New Roman" panose="02020603050405020304" pitchFamily="18" charset="0"/>
              </a:rPr>
              <a:t>Algorithm</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17026962-124F-ADC2-EF83-95CCAEA5C21C}"/>
              </a:ext>
            </a:extLst>
          </p:cNvPr>
          <p:cNvSpPr>
            <a:spLocks noGrp="1" noChangeArrowheads="1"/>
          </p:cNvSpPr>
          <p:nvPr>
            <p:ph idx="1"/>
          </p:nvPr>
        </p:nvSpPr>
        <p:spPr bwMode="auto">
          <a:xfrm>
            <a:off x="838200" y="1929384"/>
            <a:ext cx="10515600" cy="425196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endParaRPr>
          </a:p>
          <a:p>
            <a:pPr marL="514350" marR="0" lvl="0" indent="-514350" defTabSz="914400" rtl="0" eaLnBrk="0" fontAlgn="base" latinLnBrk="0" hangingPunct="0">
              <a:spcBef>
                <a:spcPct val="0"/>
              </a:spcBef>
              <a:spcAft>
                <a:spcPts val="600"/>
              </a:spcAft>
              <a:buClrTx/>
              <a:buSzTx/>
              <a:buFont typeface="+mj-lt"/>
              <a:buAutoNum type="arabicPeriod"/>
              <a:tabLst/>
            </a:pPr>
            <a:r>
              <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rPr>
              <a:t>Input subjects and exam dates </a:t>
            </a:r>
          </a:p>
          <a:p>
            <a:pPr marL="514350" marR="0" lvl="0" indent="-514350" defTabSz="914400" rtl="0" eaLnBrk="0" fontAlgn="base" latinLnBrk="0" hangingPunct="0">
              <a:spcBef>
                <a:spcPct val="0"/>
              </a:spcBef>
              <a:spcAft>
                <a:spcPts val="600"/>
              </a:spcAft>
              <a:buClrTx/>
              <a:buSzTx/>
              <a:buFont typeface="+mj-lt"/>
              <a:buAutoNum type="arabicPeriod"/>
              <a:tabLst/>
            </a:pPr>
            <a:r>
              <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rPr>
              <a:t>Assign priority based on: </a:t>
            </a:r>
          </a:p>
          <a:p>
            <a:pPr marL="514350" marR="0" lvl="0" indent="-514350" defTabSz="914400" rtl="0" eaLnBrk="0" fontAlgn="base" latinLnBrk="0" hangingPunct="0">
              <a:spcBef>
                <a:spcPct val="0"/>
              </a:spcBef>
              <a:spcAft>
                <a:spcPts val="600"/>
              </a:spcAft>
              <a:buClrTx/>
              <a:buSzTx/>
              <a:buFont typeface="+mj-lt"/>
              <a:buAutoNum type="arabicPeriod"/>
              <a:tabLst/>
            </a:pPr>
            <a:r>
              <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rPr>
              <a:t>Difficulty level </a:t>
            </a:r>
          </a:p>
          <a:p>
            <a:pPr marL="514350" marR="0" lvl="0" indent="-514350" defTabSz="914400" rtl="0" eaLnBrk="0" fontAlgn="base" latinLnBrk="0" hangingPunct="0">
              <a:spcBef>
                <a:spcPct val="0"/>
              </a:spcBef>
              <a:spcAft>
                <a:spcPts val="600"/>
              </a:spcAft>
              <a:buClrTx/>
              <a:buSzTx/>
              <a:buFont typeface="+mj-lt"/>
              <a:buAutoNum type="arabicPeriod"/>
              <a:tabLst/>
            </a:pPr>
            <a:r>
              <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rPr>
              <a:t>Upcoming deadlines </a:t>
            </a:r>
          </a:p>
          <a:p>
            <a:pPr marL="514350" marR="0" lvl="0" indent="-514350" defTabSz="914400" rtl="0" eaLnBrk="0" fontAlgn="base" latinLnBrk="0" hangingPunct="0">
              <a:spcBef>
                <a:spcPct val="0"/>
              </a:spcBef>
              <a:spcAft>
                <a:spcPts val="600"/>
              </a:spcAft>
              <a:buClrTx/>
              <a:buSzTx/>
              <a:buFont typeface="+mj-lt"/>
              <a:buAutoNum type="arabicPeriod"/>
              <a:tabLst/>
            </a:pPr>
            <a:r>
              <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rPr>
              <a:t>Allocate study hours </a:t>
            </a:r>
          </a:p>
          <a:p>
            <a:pPr marL="514350" marR="0" lvl="0" indent="-514350" defTabSz="914400" rtl="0" eaLnBrk="0" fontAlgn="base" latinLnBrk="0" hangingPunct="0">
              <a:spcBef>
                <a:spcPct val="0"/>
              </a:spcBef>
              <a:spcAft>
                <a:spcPts val="600"/>
              </a:spcAft>
              <a:buClrTx/>
              <a:buSzTx/>
              <a:buFont typeface="+mj-lt"/>
              <a:buAutoNum type="arabicPeriod"/>
              <a:tabLst/>
            </a:pPr>
            <a:r>
              <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rPr>
              <a:t>Generate timetable </a:t>
            </a:r>
          </a:p>
          <a:p>
            <a:pPr marL="514350" marR="0" lvl="0" indent="-514350" defTabSz="914400" rtl="0" eaLnBrk="0" fontAlgn="base" latinLnBrk="0" hangingPunct="0">
              <a:spcBef>
                <a:spcPct val="0"/>
              </a:spcBef>
              <a:spcAft>
                <a:spcPts val="600"/>
              </a:spcAft>
              <a:buClrTx/>
              <a:buSzTx/>
              <a:buFont typeface="+mj-lt"/>
              <a:buAutoNum type="arabicPeriod"/>
              <a:tabLst/>
            </a:pPr>
            <a:r>
              <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rPr>
              <a:t>Monitor performance </a:t>
            </a:r>
          </a:p>
          <a:p>
            <a:pPr marL="514350" marR="0" lvl="0" indent="-514350" defTabSz="914400" rtl="0" eaLnBrk="0" fontAlgn="base" latinLnBrk="0" hangingPunct="0">
              <a:spcBef>
                <a:spcPct val="0"/>
              </a:spcBef>
              <a:spcAft>
                <a:spcPts val="600"/>
              </a:spcAft>
              <a:buClrTx/>
              <a:buSzTx/>
              <a:buFont typeface="+mj-lt"/>
              <a:buAutoNum type="arabicPeriod"/>
              <a:tabLst/>
            </a:pPr>
            <a:r>
              <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rPr>
              <a:t>Update schedule using AI logic </a:t>
            </a:r>
          </a:p>
        </p:txBody>
      </p:sp>
    </p:spTree>
    <p:extLst>
      <p:ext uri="{BB962C8B-B14F-4D97-AF65-F5344CB8AC3E}">
        <p14:creationId xmlns:p14="http://schemas.microsoft.com/office/powerpoint/2010/main" val="3902611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ACF5811-43FF-0E72-335E-ABDF92D8F827}"/>
              </a:ext>
            </a:extLst>
          </p:cNvPr>
          <p:cNvSpPr>
            <a:spLocks noGrp="1"/>
          </p:cNvSpPr>
          <p:nvPr>
            <p:ph type="title"/>
          </p:nvPr>
        </p:nvSpPr>
        <p:spPr>
          <a:xfrm>
            <a:off x="1371597" y="348865"/>
            <a:ext cx="10044023" cy="877729"/>
          </a:xfrm>
        </p:spPr>
        <p:txBody>
          <a:bodyPr anchor="ctr">
            <a:normAutofit/>
          </a:bodyPr>
          <a:lstStyle/>
          <a:p>
            <a:r>
              <a:rPr lang="en-IN" sz="4000" b="1">
                <a:solidFill>
                  <a:srgbClr val="FFFFFF"/>
                </a:solidFill>
                <a:latin typeface="Times New Roman" panose="02020603050405020304" pitchFamily="18" charset="0"/>
                <a:cs typeface="Times New Roman" panose="02020603050405020304" pitchFamily="18" charset="0"/>
              </a:rPr>
              <a:t>Simulation</a:t>
            </a:r>
            <a:r>
              <a:rPr lang="en-IN" sz="4000">
                <a:solidFill>
                  <a:srgbClr val="FFFFFF"/>
                </a:solidFill>
                <a:latin typeface="Times New Roman" panose="02020603050405020304" pitchFamily="18" charset="0"/>
                <a:cs typeface="Times New Roman" panose="02020603050405020304" pitchFamily="18" charset="0"/>
              </a:rPr>
              <a:t>s</a:t>
            </a:r>
          </a:p>
        </p:txBody>
      </p:sp>
      <p:graphicFrame>
        <p:nvGraphicFramePr>
          <p:cNvPr id="17" name="Content Placeholder 2">
            <a:extLst>
              <a:ext uri="{FF2B5EF4-FFF2-40B4-BE49-F238E27FC236}">
                <a16:creationId xmlns:a16="http://schemas.microsoft.com/office/drawing/2014/main" id="{A487944B-2191-4A5A-06B1-B0E572F4D028}"/>
              </a:ext>
            </a:extLst>
          </p:cNvPr>
          <p:cNvGraphicFramePr>
            <a:graphicFrameLocks noGrp="1"/>
          </p:cNvGraphicFramePr>
          <p:nvPr>
            <p:ph idx="1"/>
            <p:extLst>
              <p:ext uri="{D42A27DB-BD31-4B8C-83A1-F6EECF244321}">
                <p14:modId xmlns:p14="http://schemas.microsoft.com/office/powerpoint/2010/main" val="74880626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3550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19BD5D6-336E-FDDF-C111-D64C0FC1F5C9}"/>
              </a:ext>
            </a:extLst>
          </p:cNvPr>
          <p:cNvSpPr>
            <a:spLocks noGrp="1"/>
          </p:cNvSpPr>
          <p:nvPr>
            <p:ph type="title"/>
          </p:nvPr>
        </p:nvSpPr>
        <p:spPr>
          <a:xfrm>
            <a:off x="621792" y="1161288"/>
            <a:ext cx="3602736" cy="4526280"/>
          </a:xfrm>
        </p:spPr>
        <p:txBody>
          <a:bodyPr>
            <a:normAutofit/>
          </a:bodyPr>
          <a:lstStyle/>
          <a:p>
            <a:r>
              <a:rPr lang="en-IN" sz="4000" b="1">
                <a:latin typeface="Times New Roman" panose="02020603050405020304" pitchFamily="18" charset="0"/>
                <a:cs typeface="Times New Roman" panose="02020603050405020304" pitchFamily="18" charset="0"/>
              </a:rPr>
              <a:t>Advantages</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D5A16937-B63F-4882-F6A0-31F60E23BCE8}"/>
              </a:ext>
            </a:extLst>
          </p:cNvPr>
          <p:cNvGraphicFramePr>
            <a:graphicFrameLocks noGrp="1"/>
          </p:cNvGraphicFramePr>
          <p:nvPr>
            <p:ph idx="1"/>
            <p:extLst>
              <p:ext uri="{D42A27DB-BD31-4B8C-83A1-F6EECF244321}">
                <p14:modId xmlns:p14="http://schemas.microsoft.com/office/powerpoint/2010/main" val="1684290391"/>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40971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A734978-0AC4-2FF0-540A-53FA9D6E522E}"/>
              </a:ext>
            </a:extLst>
          </p:cNvPr>
          <p:cNvSpPr>
            <a:spLocks noGrp="1"/>
          </p:cNvSpPr>
          <p:nvPr>
            <p:ph type="title"/>
          </p:nvPr>
        </p:nvSpPr>
        <p:spPr>
          <a:xfrm>
            <a:off x="838200" y="253397"/>
            <a:ext cx="10515600" cy="1273233"/>
          </a:xfrm>
        </p:spPr>
        <p:txBody>
          <a:bodyPr>
            <a:normAutofit/>
          </a:bodyPr>
          <a:lstStyle/>
          <a:p>
            <a:r>
              <a:rPr lang="en-IN" sz="4000" b="1">
                <a:latin typeface="Times New Roman" panose="02020603050405020304" pitchFamily="18" charset="0"/>
                <a:cs typeface="Times New Roman" panose="02020603050405020304" pitchFamily="18" charset="0"/>
              </a:rPr>
              <a:t>Disadvantages</a:t>
            </a:r>
          </a:p>
        </p:txBody>
      </p:sp>
      <p:sp>
        <p:nvSpPr>
          <p:cNvPr id="14" name="Rectangle 13">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772F92A-B8BF-124F-DF24-40BCCD1BDB3B}"/>
              </a:ext>
            </a:extLst>
          </p:cNvPr>
          <p:cNvSpPr>
            <a:spLocks noGrp="1"/>
          </p:cNvSpPr>
          <p:nvPr>
            <p:ph idx="1"/>
          </p:nvPr>
        </p:nvSpPr>
        <p:spPr>
          <a:xfrm>
            <a:off x="838200" y="2478024"/>
            <a:ext cx="10515600" cy="3694176"/>
          </a:xfrm>
        </p:spPr>
        <p:txBody>
          <a:bodyPr>
            <a:normAutofit/>
          </a:bodyPr>
          <a:lstStyle/>
          <a:p>
            <a:r>
              <a:rPr lang="en-IN" sz="2200">
                <a:latin typeface="Times New Roman" panose="02020603050405020304" pitchFamily="18" charset="0"/>
                <a:cs typeface="Times New Roman" panose="02020603050405020304" pitchFamily="18" charset="0"/>
              </a:rPr>
              <a:t>Requires correct data input</a:t>
            </a:r>
          </a:p>
          <a:p>
            <a:r>
              <a:rPr lang="en-IN" sz="2200">
                <a:latin typeface="Times New Roman" panose="02020603050405020304" pitchFamily="18" charset="0"/>
                <a:cs typeface="Times New Roman" panose="02020603050405020304" pitchFamily="18" charset="0"/>
              </a:rPr>
              <a:t>Needs technical setup</a:t>
            </a:r>
          </a:p>
          <a:p>
            <a:r>
              <a:rPr lang="en-US" sz="2200">
                <a:latin typeface="Times New Roman" panose="02020603050405020304" pitchFamily="18" charset="0"/>
                <a:cs typeface="Times New Roman" panose="02020603050405020304" pitchFamily="18" charset="0"/>
              </a:rPr>
              <a:t>May not fully understand human emotions</a:t>
            </a:r>
          </a:p>
          <a:p>
            <a:r>
              <a:rPr lang="en-IN" sz="2200">
                <a:latin typeface="Times New Roman" panose="02020603050405020304" pitchFamily="18" charset="0"/>
                <a:cs typeface="Times New Roman" panose="02020603050405020304" pitchFamily="18" charset="0"/>
              </a:rPr>
              <a:t>Dependence on technology</a:t>
            </a:r>
          </a:p>
        </p:txBody>
      </p:sp>
    </p:spTree>
    <p:extLst>
      <p:ext uri="{BB962C8B-B14F-4D97-AF65-F5344CB8AC3E}">
        <p14:creationId xmlns:p14="http://schemas.microsoft.com/office/powerpoint/2010/main" val="2136385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D1A2CED-DA9B-4CCF-8215-CFC65FE71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C9CD84-104C-C469-3AE6-090E184F69F5}"/>
              </a:ext>
            </a:extLst>
          </p:cNvPr>
          <p:cNvSpPr>
            <a:spLocks noGrp="1"/>
          </p:cNvSpPr>
          <p:nvPr>
            <p:ph type="title"/>
          </p:nvPr>
        </p:nvSpPr>
        <p:spPr>
          <a:xfrm>
            <a:off x="1115568" y="509521"/>
            <a:ext cx="10232136" cy="1014984"/>
          </a:xfrm>
        </p:spPr>
        <p:txBody>
          <a:bodyPr>
            <a:normAutofit/>
          </a:bodyPr>
          <a:lstStyle/>
          <a:p>
            <a:r>
              <a:rPr lang="en-IN" sz="4000" b="1">
                <a:latin typeface="Times New Roman" panose="02020603050405020304" pitchFamily="18" charset="0"/>
                <a:cs typeface="Times New Roman" panose="02020603050405020304" pitchFamily="18" charset="0"/>
              </a:rPr>
              <a:t>Future Scope</a:t>
            </a:r>
          </a:p>
        </p:txBody>
      </p:sp>
      <p:sp>
        <p:nvSpPr>
          <p:cNvPr id="13" name="Rectangle 12">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658327"/>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3B959F6A-E3E7-1F6D-78C0-492C325990B3}"/>
              </a:ext>
            </a:extLst>
          </p:cNvPr>
          <p:cNvGraphicFramePr>
            <a:graphicFrameLocks noGrp="1"/>
          </p:cNvGraphicFramePr>
          <p:nvPr>
            <p:ph idx="1"/>
            <p:extLst>
              <p:ext uri="{D42A27DB-BD31-4B8C-83A1-F6EECF244321}">
                <p14:modId xmlns:p14="http://schemas.microsoft.com/office/powerpoint/2010/main" val="3741018003"/>
              </p:ext>
            </p:extLst>
          </p:nvPr>
        </p:nvGraphicFramePr>
        <p:xfrm>
          <a:off x="1115568" y="1673352"/>
          <a:ext cx="10232136" cy="4334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92713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839D19-DEAA-DD89-71DA-EA696630A737}"/>
              </a:ext>
            </a:extLst>
          </p:cNvPr>
          <p:cNvSpPr>
            <a:spLocks noGrp="1"/>
          </p:cNvSpPr>
          <p:nvPr>
            <p:ph type="title"/>
          </p:nvPr>
        </p:nvSpPr>
        <p:spPr>
          <a:xfrm>
            <a:off x="841248" y="426720"/>
            <a:ext cx="10506456" cy="1919141"/>
          </a:xfrm>
        </p:spPr>
        <p:txBody>
          <a:bodyPr anchor="b">
            <a:normAutofit/>
          </a:bodyPr>
          <a:lstStyle/>
          <a:p>
            <a:r>
              <a:rPr lang="en-IN" sz="6000" b="1">
                <a:latin typeface="Times New Roman" panose="02020603050405020304" pitchFamily="18" charset="0"/>
                <a:cs typeface="Times New Roman" panose="02020603050405020304" pitchFamily="18" charset="0"/>
              </a:rPr>
              <a:t>Problems Faced</a:t>
            </a:r>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F192AF4-7A28-462C-A00E-87177C11C1F4}"/>
              </a:ext>
            </a:extLst>
          </p:cNvPr>
          <p:cNvSpPr>
            <a:spLocks noGrp="1"/>
          </p:cNvSpPr>
          <p:nvPr>
            <p:ph idx="1"/>
          </p:nvPr>
        </p:nvSpPr>
        <p:spPr>
          <a:xfrm>
            <a:off x="841248" y="3337269"/>
            <a:ext cx="10509504" cy="2905686"/>
          </a:xfrm>
        </p:spPr>
        <p:txBody>
          <a:bodyPr>
            <a:normAutofit/>
          </a:bodyPr>
          <a:lstStyle/>
          <a:p>
            <a:pPr marL="0" indent="0">
              <a:buNone/>
            </a:pPr>
            <a:r>
              <a:rPr lang="en-US" sz="2200">
                <a:latin typeface="Times New Roman" panose="02020603050405020304" pitchFamily="18" charset="0"/>
                <a:cs typeface="Times New Roman" panose="02020603050405020304" pitchFamily="18" charset="0"/>
              </a:rPr>
              <a:t>While developing or using the system:</a:t>
            </a:r>
          </a:p>
          <a:p>
            <a:pPr lvl="1"/>
            <a:r>
              <a:rPr lang="en-US" sz="2200">
                <a:latin typeface="Times New Roman" panose="02020603050405020304" pitchFamily="18" charset="0"/>
                <a:cs typeface="Times New Roman" panose="02020603050405020304" pitchFamily="18" charset="0"/>
              </a:rPr>
              <a:t>Difficulty in collecting accurate data </a:t>
            </a:r>
          </a:p>
          <a:p>
            <a:pPr lvl="1"/>
            <a:r>
              <a:rPr lang="en-US" sz="2200">
                <a:latin typeface="Times New Roman" panose="02020603050405020304" pitchFamily="18" charset="0"/>
                <a:cs typeface="Times New Roman" panose="02020603050405020304" pitchFamily="18" charset="0"/>
              </a:rPr>
              <a:t>Complexity in designing AI models </a:t>
            </a:r>
          </a:p>
          <a:p>
            <a:pPr lvl="1"/>
            <a:r>
              <a:rPr lang="en-US" sz="2200">
                <a:latin typeface="Times New Roman" panose="02020603050405020304" pitchFamily="18" charset="0"/>
                <a:cs typeface="Times New Roman" panose="02020603050405020304" pitchFamily="18" charset="0"/>
              </a:rPr>
              <a:t>User resistance to new technology </a:t>
            </a:r>
          </a:p>
          <a:p>
            <a:pPr lvl="1"/>
            <a:r>
              <a:rPr lang="en-US" sz="2200">
                <a:latin typeface="Times New Roman" panose="02020603050405020304" pitchFamily="18" charset="0"/>
                <a:cs typeface="Times New Roman" panose="02020603050405020304" pitchFamily="18" charset="0"/>
              </a:rPr>
              <a:t>Data privacy concerns </a:t>
            </a:r>
          </a:p>
          <a:p>
            <a:pPr lvl="1"/>
            <a:r>
              <a:rPr lang="en-US" sz="2200">
                <a:latin typeface="Times New Roman" panose="02020603050405020304" pitchFamily="18" charset="0"/>
                <a:cs typeface="Times New Roman" panose="02020603050405020304" pitchFamily="18" charset="0"/>
              </a:rPr>
              <a:t>Incorrect predictions if data is poor </a:t>
            </a:r>
          </a:p>
          <a:p>
            <a:endParaRPr lang="en-IN" sz="2200"/>
          </a:p>
        </p:txBody>
      </p:sp>
    </p:spTree>
    <p:extLst>
      <p:ext uri="{BB962C8B-B14F-4D97-AF65-F5344CB8AC3E}">
        <p14:creationId xmlns:p14="http://schemas.microsoft.com/office/powerpoint/2010/main" val="1718916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Rectangle 19">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6FD898-5977-CD78-77FD-6140B74A1AEF}"/>
              </a:ext>
            </a:extLst>
          </p:cNvPr>
          <p:cNvSpPr>
            <a:spLocks noGrp="1"/>
          </p:cNvSpPr>
          <p:nvPr>
            <p:ph type="title"/>
          </p:nvPr>
        </p:nvSpPr>
        <p:spPr>
          <a:xfrm>
            <a:off x="1115568" y="548640"/>
            <a:ext cx="10168128" cy="1179576"/>
          </a:xfrm>
        </p:spPr>
        <p:txBody>
          <a:bodyPr>
            <a:normAutofit/>
          </a:bodyPr>
          <a:lstStyle/>
          <a:p>
            <a:r>
              <a:rPr lang="en-US" sz="3700" b="1">
                <a:latin typeface="Times New Roman" panose="02020603050405020304" pitchFamily="18" charset="0"/>
                <a:cs typeface="Times New Roman" panose="02020603050405020304" pitchFamily="18" charset="0"/>
              </a:rPr>
              <a:t>Difference Between Normal Planner and AI Planner</a:t>
            </a:r>
            <a:endParaRPr lang="en-IN" sz="3700" b="1">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1" name="Content Placeholder 10">
            <a:extLst>
              <a:ext uri="{FF2B5EF4-FFF2-40B4-BE49-F238E27FC236}">
                <a16:creationId xmlns:a16="http://schemas.microsoft.com/office/drawing/2014/main" id="{346D348C-DB9D-A405-51B6-AA1FF3BEE1A6}"/>
              </a:ext>
            </a:extLst>
          </p:cNvPr>
          <p:cNvGraphicFramePr>
            <a:graphicFrameLocks noGrp="1"/>
          </p:cNvGraphicFramePr>
          <p:nvPr>
            <p:ph idx="1"/>
            <p:extLst>
              <p:ext uri="{D42A27DB-BD31-4B8C-83A1-F6EECF244321}">
                <p14:modId xmlns:p14="http://schemas.microsoft.com/office/powerpoint/2010/main" val="1250880304"/>
              </p:ext>
            </p:extLst>
          </p:nvPr>
        </p:nvGraphicFramePr>
        <p:xfrm>
          <a:off x="1639235" y="2269730"/>
          <a:ext cx="9120795" cy="3993915"/>
        </p:xfrm>
        <a:graphic>
          <a:graphicData uri="http://schemas.openxmlformats.org/drawingml/2006/table">
            <a:tbl>
              <a:tblPr firstRow="1" bandRow="1">
                <a:tableStyleId>{5C22544A-7EE6-4342-B048-85BDC9FD1C3A}</a:tableStyleId>
              </a:tblPr>
              <a:tblGrid>
                <a:gridCol w="3249382">
                  <a:extLst>
                    <a:ext uri="{9D8B030D-6E8A-4147-A177-3AD203B41FA5}">
                      <a16:colId xmlns:a16="http://schemas.microsoft.com/office/drawing/2014/main" val="3024229227"/>
                    </a:ext>
                  </a:extLst>
                </a:gridCol>
                <a:gridCol w="2677062">
                  <a:extLst>
                    <a:ext uri="{9D8B030D-6E8A-4147-A177-3AD203B41FA5}">
                      <a16:colId xmlns:a16="http://schemas.microsoft.com/office/drawing/2014/main" val="2454206548"/>
                    </a:ext>
                  </a:extLst>
                </a:gridCol>
                <a:gridCol w="3194351">
                  <a:extLst>
                    <a:ext uri="{9D8B030D-6E8A-4147-A177-3AD203B41FA5}">
                      <a16:colId xmlns:a16="http://schemas.microsoft.com/office/drawing/2014/main" val="1080992492"/>
                    </a:ext>
                  </a:extLst>
                </a:gridCol>
              </a:tblGrid>
              <a:tr h="993195">
                <a:tc>
                  <a:txBody>
                    <a:bodyPr/>
                    <a:lstStyle/>
                    <a:p>
                      <a:r>
                        <a:rPr lang="en-IN" sz="3200" b="1"/>
                        <a:t>       Feature</a:t>
                      </a:r>
                      <a:endParaRPr lang="en-IN" sz="3200" b="1">
                        <a:latin typeface="Times New Roman" panose="02020603050405020304" pitchFamily="18" charset="0"/>
                        <a:cs typeface="Times New Roman" panose="02020603050405020304" pitchFamily="18" charset="0"/>
                      </a:endParaRPr>
                    </a:p>
                  </a:txBody>
                  <a:tcPr marL="105659" marR="105659" marT="52829" marB="52829"/>
                </a:tc>
                <a:tc>
                  <a:txBody>
                    <a:bodyPr/>
                    <a:lstStyle/>
                    <a:p>
                      <a:r>
                        <a:rPr lang="en-IN" sz="2800" b="1"/>
                        <a:t>Normal Study Planner</a:t>
                      </a:r>
                      <a:endParaRPr lang="en-IN" sz="2800" b="1">
                        <a:latin typeface="Times New Roman" panose="02020603050405020304" pitchFamily="18" charset="0"/>
                        <a:cs typeface="Times New Roman" panose="02020603050405020304" pitchFamily="18" charset="0"/>
                      </a:endParaRPr>
                    </a:p>
                  </a:txBody>
                  <a:tcPr marL="105659" marR="105659" marT="52829" marB="52829"/>
                </a:tc>
                <a:tc>
                  <a:txBody>
                    <a:bodyPr/>
                    <a:lstStyle/>
                    <a:p>
                      <a:r>
                        <a:rPr lang="en-IN" sz="2800" b="1"/>
                        <a:t>AI Study Planner</a:t>
                      </a:r>
                      <a:endParaRPr lang="en-IN" sz="2800" b="1">
                        <a:latin typeface="Times New Roman" panose="02020603050405020304" pitchFamily="18" charset="0"/>
                        <a:cs typeface="Times New Roman" panose="02020603050405020304" pitchFamily="18" charset="0"/>
                      </a:endParaRPr>
                    </a:p>
                  </a:txBody>
                  <a:tcPr marL="105659" marR="105659" marT="52829" marB="52829"/>
                </a:tc>
                <a:extLst>
                  <a:ext uri="{0D108BD9-81ED-4DB2-BD59-A6C34878D82A}">
                    <a16:rowId xmlns:a16="http://schemas.microsoft.com/office/drawing/2014/main" val="1785662727"/>
                  </a:ext>
                </a:extLst>
              </a:tr>
              <a:tr h="500120">
                <a:tc>
                  <a:txBody>
                    <a:bodyPr/>
                    <a:lstStyle/>
                    <a:p>
                      <a:r>
                        <a:rPr lang="en-IN" sz="2300"/>
                        <a:t>Type</a:t>
                      </a:r>
                      <a:endParaRPr lang="en-IN" sz="2300">
                        <a:latin typeface="Times New Roman" panose="02020603050405020304" pitchFamily="18" charset="0"/>
                        <a:cs typeface="Times New Roman" panose="02020603050405020304" pitchFamily="18" charset="0"/>
                      </a:endParaRPr>
                    </a:p>
                  </a:txBody>
                  <a:tcPr marL="105659" marR="105659" marT="52829" marB="52829"/>
                </a:tc>
                <a:tc>
                  <a:txBody>
                    <a:bodyPr/>
                    <a:lstStyle/>
                    <a:p>
                      <a:r>
                        <a:rPr lang="en-IN" sz="2300"/>
                        <a:t>Manual</a:t>
                      </a:r>
                      <a:endParaRPr lang="en-IN" sz="2300">
                        <a:latin typeface="Times New Roman" panose="02020603050405020304" pitchFamily="18" charset="0"/>
                        <a:cs typeface="Times New Roman" panose="02020603050405020304" pitchFamily="18" charset="0"/>
                      </a:endParaRPr>
                    </a:p>
                  </a:txBody>
                  <a:tcPr marL="105659" marR="105659" marT="52829" marB="52829"/>
                </a:tc>
                <a:tc>
                  <a:txBody>
                    <a:bodyPr/>
                    <a:lstStyle/>
                    <a:p>
                      <a:r>
                        <a:rPr lang="en-IN" sz="2300"/>
                        <a:t>Automated</a:t>
                      </a:r>
                      <a:endParaRPr lang="en-IN" sz="2300">
                        <a:latin typeface="Times New Roman" panose="02020603050405020304" pitchFamily="18" charset="0"/>
                        <a:cs typeface="Times New Roman" panose="02020603050405020304" pitchFamily="18" charset="0"/>
                      </a:endParaRPr>
                    </a:p>
                  </a:txBody>
                  <a:tcPr marL="105659" marR="105659" marT="52829" marB="52829"/>
                </a:tc>
                <a:extLst>
                  <a:ext uri="{0D108BD9-81ED-4DB2-BD59-A6C34878D82A}">
                    <a16:rowId xmlns:a16="http://schemas.microsoft.com/office/drawing/2014/main" val="3702741189"/>
                  </a:ext>
                </a:extLst>
              </a:tr>
              <a:tr h="500120">
                <a:tc>
                  <a:txBody>
                    <a:bodyPr/>
                    <a:lstStyle/>
                    <a:p>
                      <a:r>
                        <a:rPr lang="en-IN" sz="2300"/>
                        <a:t>Personalization</a:t>
                      </a:r>
                      <a:endParaRPr lang="en-IN" sz="2300">
                        <a:latin typeface="Times New Roman" panose="02020603050405020304" pitchFamily="18" charset="0"/>
                        <a:cs typeface="Times New Roman" panose="02020603050405020304" pitchFamily="18" charset="0"/>
                      </a:endParaRPr>
                    </a:p>
                  </a:txBody>
                  <a:tcPr marL="105659" marR="105659" marT="52829" marB="52829"/>
                </a:tc>
                <a:tc>
                  <a:txBody>
                    <a:bodyPr/>
                    <a:lstStyle/>
                    <a:p>
                      <a:r>
                        <a:rPr lang="en-IN" sz="2300"/>
                        <a:t>No</a:t>
                      </a:r>
                      <a:endParaRPr lang="en-IN" sz="2300">
                        <a:latin typeface="Times New Roman" panose="02020603050405020304" pitchFamily="18" charset="0"/>
                        <a:cs typeface="Times New Roman" panose="02020603050405020304" pitchFamily="18" charset="0"/>
                      </a:endParaRPr>
                    </a:p>
                  </a:txBody>
                  <a:tcPr marL="105659" marR="105659" marT="52829" marB="52829"/>
                </a:tc>
                <a:tc>
                  <a:txBody>
                    <a:bodyPr/>
                    <a:lstStyle/>
                    <a:p>
                      <a:r>
                        <a:rPr lang="en-IN" sz="2300"/>
                        <a:t>Yes</a:t>
                      </a:r>
                      <a:endParaRPr lang="en-IN" sz="2300">
                        <a:latin typeface="Times New Roman" panose="02020603050405020304" pitchFamily="18" charset="0"/>
                        <a:cs typeface="Times New Roman" panose="02020603050405020304" pitchFamily="18" charset="0"/>
                      </a:endParaRPr>
                    </a:p>
                  </a:txBody>
                  <a:tcPr marL="105659" marR="105659" marT="52829" marB="52829"/>
                </a:tc>
                <a:extLst>
                  <a:ext uri="{0D108BD9-81ED-4DB2-BD59-A6C34878D82A}">
                    <a16:rowId xmlns:a16="http://schemas.microsoft.com/office/drawing/2014/main" val="34360156"/>
                  </a:ext>
                </a:extLst>
              </a:tr>
              <a:tr h="500120">
                <a:tc>
                  <a:txBody>
                    <a:bodyPr/>
                    <a:lstStyle/>
                    <a:p>
                      <a:r>
                        <a:rPr lang="en-IN" sz="2300"/>
                        <a:t>Adaptability</a:t>
                      </a:r>
                      <a:endParaRPr lang="en-IN" sz="2300">
                        <a:latin typeface="Times New Roman" panose="02020603050405020304" pitchFamily="18" charset="0"/>
                        <a:cs typeface="Times New Roman" panose="02020603050405020304" pitchFamily="18" charset="0"/>
                      </a:endParaRPr>
                    </a:p>
                  </a:txBody>
                  <a:tcPr marL="105659" marR="105659" marT="52829" marB="52829"/>
                </a:tc>
                <a:tc>
                  <a:txBody>
                    <a:bodyPr/>
                    <a:lstStyle/>
                    <a:p>
                      <a:r>
                        <a:rPr lang="en-IN" sz="2300"/>
                        <a:t>Static</a:t>
                      </a:r>
                      <a:endParaRPr lang="en-IN" sz="2300">
                        <a:latin typeface="Times New Roman" panose="02020603050405020304" pitchFamily="18" charset="0"/>
                        <a:cs typeface="Times New Roman" panose="02020603050405020304" pitchFamily="18" charset="0"/>
                      </a:endParaRPr>
                    </a:p>
                  </a:txBody>
                  <a:tcPr marL="105659" marR="105659" marT="52829" marB="52829"/>
                </a:tc>
                <a:tc>
                  <a:txBody>
                    <a:bodyPr/>
                    <a:lstStyle/>
                    <a:p>
                      <a:r>
                        <a:rPr lang="en-IN" sz="2300"/>
                        <a:t>Dynamic</a:t>
                      </a:r>
                      <a:endParaRPr lang="en-IN" sz="2300">
                        <a:latin typeface="Times New Roman" panose="02020603050405020304" pitchFamily="18" charset="0"/>
                        <a:cs typeface="Times New Roman" panose="02020603050405020304" pitchFamily="18" charset="0"/>
                      </a:endParaRPr>
                    </a:p>
                  </a:txBody>
                  <a:tcPr marL="105659" marR="105659" marT="52829" marB="52829"/>
                </a:tc>
                <a:extLst>
                  <a:ext uri="{0D108BD9-81ED-4DB2-BD59-A6C34878D82A}">
                    <a16:rowId xmlns:a16="http://schemas.microsoft.com/office/drawing/2014/main" val="3533719183"/>
                  </a:ext>
                </a:extLst>
              </a:tr>
              <a:tr h="500120">
                <a:tc>
                  <a:txBody>
                    <a:bodyPr/>
                    <a:lstStyle/>
                    <a:p>
                      <a:r>
                        <a:rPr lang="en-IN" sz="2300"/>
                        <a:t>Time Allocation</a:t>
                      </a:r>
                      <a:endParaRPr lang="en-IN" sz="2300">
                        <a:latin typeface="Times New Roman" panose="02020603050405020304" pitchFamily="18" charset="0"/>
                        <a:cs typeface="Times New Roman" panose="02020603050405020304" pitchFamily="18" charset="0"/>
                      </a:endParaRPr>
                    </a:p>
                  </a:txBody>
                  <a:tcPr marL="105659" marR="105659" marT="52829" marB="52829"/>
                </a:tc>
                <a:tc>
                  <a:txBody>
                    <a:bodyPr/>
                    <a:lstStyle/>
                    <a:p>
                      <a:r>
                        <a:rPr lang="en-IN" sz="2300"/>
                        <a:t>Fixed</a:t>
                      </a:r>
                      <a:endParaRPr lang="en-IN" sz="2300">
                        <a:latin typeface="Times New Roman" panose="02020603050405020304" pitchFamily="18" charset="0"/>
                        <a:cs typeface="Times New Roman" panose="02020603050405020304" pitchFamily="18" charset="0"/>
                      </a:endParaRPr>
                    </a:p>
                  </a:txBody>
                  <a:tcPr marL="105659" marR="105659" marT="52829" marB="52829"/>
                </a:tc>
                <a:tc>
                  <a:txBody>
                    <a:bodyPr/>
                    <a:lstStyle/>
                    <a:p>
                      <a:r>
                        <a:rPr lang="en-IN" sz="2300"/>
                        <a:t>Smart allocation</a:t>
                      </a:r>
                      <a:endParaRPr lang="en-IN" sz="2300">
                        <a:latin typeface="Times New Roman" panose="02020603050405020304" pitchFamily="18" charset="0"/>
                        <a:cs typeface="Times New Roman" panose="02020603050405020304" pitchFamily="18" charset="0"/>
                      </a:endParaRPr>
                    </a:p>
                  </a:txBody>
                  <a:tcPr marL="105659" marR="105659" marT="52829" marB="52829"/>
                </a:tc>
                <a:extLst>
                  <a:ext uri="{0D108BD9-81ED-4DB2-BD59-A6C34878D82A}">
                    <a16:rowId xmlns:a16="http://schemas.microsoft.com/office/drawing/2014/main" val="3731381602"/>
                  </a:ext>
                </a:extLst>
              </a:tr>
              <a:tr h="500120">
                <a:tc>
                  <a:txBody>
                    <a:bodyPr/>
                    <a:lstStyle/>
                    <a:p>
                      <a:r>
                        <a:rPr lang="en-IN" sz="2300"/>
                        <a:t>Performance Tracking</a:t>
                      </a:r>
                      <a:endParaRPr lang="en-IN" sz="2300">
                        <a:latin typeface="Times New Roman" panose="02020603050405020304" pitchFamily="18" charset="0"/>
                        <a:cs typeface="Times New Roman" panose="02020603050405020304" pitchFamily="18" charset="0"/>
                      </a:endParaRPr>
                    </a:p>
                  </a:txBody>
                  <a:tcPr marL="105659" marR="105659" marT="52829" marB="52829"/>
                </a:tc>
                <a:tc>
                  <a:txBody>
                    <a:bodyPr/>
                    <a:lstStyle/>
                    <a:p>
                      <a:r>
                        <a:rPr lang="en-IN" sz="2300"/>
                        <a:t>No</a:t>
                      </a:r>
                      <a:endParaRPr lang="en-IN" sz="2300">
                        <a:latin typeface="Times New Roman" panose="02020603050405020304" pitchFamily="18" charset="0"/>
                        <a:cs typeface="Times New Roman" panose="02020603050405020304" pitchFamily="18" charset="0"/>
                      </a:endParaRPr>
                    </a:p>
                  </a:txBody>
                  <a:tcPr marL="105659" marR="105659" marT="52829" marB="52829"/>
                </a:tc>
                <a:tc>
                  <a:txBody>
                    <a:bodyPr/>
                    <a:lstStyle/>
                    <a:p>
                      <a:r>
                        <a:rPr lang="en-IN" sz="2300"/>
                        <a:t>Yes</a:t>
                      </a:r>
                      <a:endParaRPr lang="en-IN" sz="2300">
                        <a:latin typeface="Times New Roman" panose="02020603050405020304" pitchFamily="18" charset="0"/>
                        <a:cs typeface="Times New Roman" panose="02020603050405020304" pitchFamily="18" charset="0"/>
                      </a:endParaRPr>
                    </a:p>
                  </a:txBody>
                  <a:tcPr marL="105659" marR="105659" marT="52829" marB="52829"/>
                </a:tc>
                <a:extLst>
                  <a:ext uri="{0D108BD9-81ED-4DB2-BD59-A6C34878D82A}">
                    <a16:rowId xmlns:a16="http://schemas.microsoft.com/office/drawing/2014/main" val="4250218712"/>
                  </a:ext>
                </a:extLst>
              </a:tr>
              <a:tr h="500120">
                <a:tc>
                  <a:txBody>
                    <a:bodyPr/>
                    <a:lstStyle/>
                    <a:p>
                      <a:r>
                        <a:rPr lang="en-IN" sz="2300"/>
                        <a:t>Updates</a:t>
                      </a:r>
                      <a:endParaRPr lang="en-IN" sz="2300">
                        <a:latin typeface="Times New Roman" panose="02020603050405020304" pitchFamily="18" charset="0"/>
                        <a:cs typeface="Times New Roman" panose="02020603050405020304" pitchFamily="18" charset="0"/>
                      </a:endParaRPr>
                    </a:p>
                  </a:txBody>
                  <a:tcPr marL="105659" marR="105659" marT="52829" marB="52829"/>
                </a:tc>
                <a:tc>
                  <a:txBody>
                    <a:bodyPr/>
                    <a:lstStyle/>
                    <a:p>
                      <a:r>
                        <a:rPr lang="en-IN" sz="2300"/>
                        <a:t>Manual</a:t>
                      </a:r>
                      <a:endParaRPr lang="en-IN" sz="2300">
                        <a:latin typeface="Times New Roman" panose="02020603050405020304" pitchFamily="18" charset="0"/>
                        <a:cs typeface="Times New Roman" panose="02020603050405020304" pitchFamily="18" charset="0"/>
                      </a:endParaRPr>
                    </a:p>
                  </a:txBody>
                  <a:tcPr marL="105659" marR="105659" marT="52829" marB="52829"/>
                </a:tc>
                <a:tc>
                  <a:txBody>
                    <a:bodyPr/>
                    <a:lstStyle/>
                    <a:p>
                      <a:r>
                        <a:rPr lang="en-IN" sz="2300"/>
                        <a:t>Automatic</a:t>
                      </a:r>
                      <a:endParaRPr lang="en-IN" sz="2300">
                        <a:latin typeface="Times New Roman" panose="02020603050405020304" pitchFamily="18" charset="0"/>
                        <a:cs typeface="Times New Roman" panose="02020603050405020304" pitchFamily="18" charset="0"/>
                      </a:endParaRPr>
                    </a:p>
                  </a:txBody>
                  <a:tcPr marL="105659" marR="105659" marT="52829" marB="52829"/>
                </a:tc>
                <a:extLst>
                  <a:ext uri="{0D108BD9-81ED-4DB2-BD59-A6C34878D82A}">
                    <a16:rowId xmlns:a16="http://schemas.microsoft.com/office/drawing/2014/main" val="140357133"/>
                  </a:ext>
                </a:extLst>
              </a:tr>
            </a:tbl>
          </a:graphicData>
        </a:graphic>
      </p:graphicFrame>
    </p:spTree>
    <p:extLst>
      <p:ext uri="{BB962C8B-B14F-4D97-AF65-F5344CB8AC3E}">
        <p14:creationId xmlns:p14="http://schemas.microsoft.com/office/powerpoint/2010/main" val="3247038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FA0257-E2EE-2C45-D009-EB69EBF40F0A}"/>
              </a:ext>
            </a:extLst>
          </p:cNvPr>
          <p:cNvSpPr>
            <a:spLocks noGrp="1"/>
          </p:cNvSpPr>
          <p:nvPr>
            <p:ph type="title"/>
          </p:nvPr>
        </p:nvSpPr>
        <p:spPr>
          <a:xfrm>
            <a:off x="838200" y="365125"/>
            <a:ext cx="10515600" cy="1325563"/>
          </a:xfrm>
        </p:spPr>
        <p:txBody>
          <a:bodyPr>
            <a:normAutofit/>
          </a:bodyPr>
          <a:lstStyle/>
          <a:p>
            <a:r>
              <a:rPr lang="en-IN" sz="5400" b="1">
                <a:latin typeface="Times New Roman" panose="02020603050405020304" pitchFamily="18" charset="0"/>
                <a:cs typeface="Times New Roman" panose="02020603050405020304" pitchFamily="18" charset="0"/>
              </a:rPr>
              <a:t>Conclusion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B074479-2F0D-AF4E-6649-3B8FDD1A0975}"/>
              </a:ext>
            </a:extLst>
          </p:cNvPr>
          <p:cNvSpPr>
            <a:spLocks noGrp="1"/>
          </p:cNvSpPr>
          <p:nvPr>
            <p:ph idx="1"/>
          </p:nvPr>
        </p:nvSpPr>
        <p:spPr>
          <a:xfrm>
            <a:off x="838200" y="1929384"/>
            <a:ext cx="10515600" cy="4251960"/>
          </a:xfrm>
        </p:spPr>
        <p:txBody>
          <a:bodyPr>
            <a:normAutofit/>
          </a:bodyPr>
          <a:lstStyle/>
          <a:p>
            <a:r>
              <a:rPr lang="en-US" sz="2200">
                <a:latin typeface="Times New Roman" panose="02020603050405020304" pitchFamily="18" charset="0"/>
                <a:cs typeface="Times New Roman" panose="02020603050405020304" pitchFamily="18" charset="0"/>
              </a:rPr>
              <a:t>The Smart Study Planner using AI is an innovative solution to modern educational challenges. It helps students organize their study schedules intelligently, focusing on weak areas and improving overall performance.</a:t>
            </a:r>
          </a:p>
          <a:p>
            <a:r>
              <a:rPr lang="en-US" sz="2200">
                <a:latin typeface="Times New Roman" panose="02020603050405020304" pitchFamily="18" charset="0"/>
                <a:cs typeface="Times New Roman" panose="02020603050405020304" pitchFamily="18" charset="0"/>
              </a:rPr>
              <a:t>By using AI, the system becomes adaptive and efficient, making it far superior to traditional study planners. This project has strong potential for future development and real-world application in education.</a:t>
            </a:r>
          </a:p>
          <a:p>
            <a:endParaRPr lang="en-IN" sz="2200"/>
          </a:p>
        </p:txBody>
      </p:sp>
    </p:spTree>
    <p:extLst>
      <p:ext uri="{BB962C8B-B14F-4D97-AF65-F5344CB8AC3E}">
        <p14:creationId xmlns:p14="http://schemas.microsoft.com/office/powerpoint/2010/main" val="510551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F3E995-FB4D-352D-25AE-2E6721D6B854}"/>
              </a:ext>
            </a:extLst>
          </p:cNvPr>
          <p:cNvSpPr>
            <a:spLocks noGrp="1"/>
          </p:cNvSpPr>
          <p:nvPr>
            <p:ph idx="1"/>
          </p:nvPr>
        </p:nvSpPr>
        <p:spPr>
          <a:xfrm>
            <a:off x="838200" y="442452"/>
            <a:ext cx="10515600" cy="5734511"/>
          </a:xfrm>
        </p:spPr>
        <p:txBody>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                                         </a:t>
            </a:r>
            <a:r>
              <a:rPr lang="en-IN" sz="7200" dirty="0"/>
              <a:t>Thank you</a:t>
            </a:r>
          </a:p>
        </p:txBody>
      </p:sp>
    </p:spTree>
    <p:extLst>
      <p:ext uri="{BB962C8B-B14F-4D97-AF65-F5344CB8AC3E}">
        <p14:creationId xmlns:p14="http://schemas.microsoft.com/office/powerpoint/2010/main" val="3515465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95B0073362084F882CB8103ADDBA9E" ma:contentTypeVersion="6" ma:contentTypeDescription="Create a new document." ma:contentTypeScope="" ma:versionID="076bea95c2386779b0f3effe0cd494a3">
  <xsd:schema xmlns:xsd="http://www.w3.org/2001/XMLSchema" xmlns:xs="http://www.w3.org/2001/XMLSchema" xmlns:p="http://schemas.microsoft.com/office/2006/metadata/properties" xmlns:ns3="a06a6776-3e25-424f-9d70-8e040597f32b" targetNamespace="http://schemas.microsoft.com/office/2006/metadata/properties" ma:root="true" ma:fieldsID="2c9519802767333e1196bd0b9da99fd8" ns3:_="">
    <xsd:import namespace="a06a6776-3e25-424f-9d70-8e040597f32b"/>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6a6776-3e25-424f-9d70-8e040597f32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06a6776-3e25-424f-9d70-8e040597f32b" xsi:nil="true"/>
  </documentManagement>
</p:properties>
</file>

<file path=customXml/itemProps1.xml><?xml version="1.0" encoding="utf-8"?>
<ds:datastoreItem xmlns:ds="http://schemas.openxmlformats.org/officeDocument/2006/customXml" ds:itemID="{A7D9274F-C3F0-407E-9A24-F462BE1E4F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06a6776-3e25-424f-9d70-8e040597f32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BEC438A-980C-44BE-81D9-EE1ECC7112DE}">
  <ds:schemaRefs>
    <ds:schemaRef ds:uri="http://schemas.microsoft.com/sharepoint/v3/contenttype/forms"/>
  </ds:schemaRefs>
</ds:datastoreItem>
</file>

<file path=customXml/itemProps3.xml><?xml version="1.0" encoding="utf-8"?>
<ds:datastoreItem xmlns:ds="http://schemas.openxmlformats.org/officeDocument/2006/customXml" ds:itemID="{3B561463-F718-4BA6-9B72-D73A3CFB6C97}">
  <ds:schemaRefs>
    <ds:schemaRef ds:uri="http://purl.org/dc/dcmitype/"/>
    <ds:schemaRef ds:uri="http://www.w3.org/XML/1998/namespac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 ds:uri="a06a6776-3e25-424f-9d70-8e040597f32b"/>
    <ds:schemaRef ds:uri="http://purl.org/dc/terms/"/>
  </ds:schemaRefs>
</ds:datastoreItem>
</file>

<file path=docProps/app.xml><?xml version="1.0" encoding="utf-8"?>
<Properties xmlns="http://schemas.openxmlformats.org/officeDocument/2006/extended-properties" xmlns:vt="http://schemas.openxmlformats.org/officeDocument/2006/docPropsVTypes">
  <Template>Droplet</Template>
  <TotalTime>72</TotalTime>
  <Words>510</Words>
  <Application>Microsoft Office PowerPoint</Application>
  <PresentationFormat>Widescreen</PresentationFormat>
  <Paragraphs>106</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Calibri</vt:lpstr>
      <vt:lpstr>Times New Roman</vt:lpstr>
      <vt:lpstr>Office Theme</vt:lpstr>
      <vt:lpstr>Smart Study Planner using AI</vt:lpstr>
      <vt:lpstr>Introduction</vt:lpstr>
      <vt:lpstr>Why This Topic ?</vt:lpstr>
      <vt:lpstr>Problem Statement</vt:lpstr>
      <vt:lpstr>Objectives</vt:lpstr>
      <vt:lpstr>Dataset</vt:lpstr>
      <vt:lpstr>Algorithm</vt:lpstr>
      <vt:lpstr>Simulations</vt:lpstr>
      <vt:lpstr>Advantages</vt:lpstr>
      <vt:lpstr>Disadvantages</vt:lpstr>
      <vt:lpstr>Future Scope</vt:lpstr>
      <vt:lpstr>Problems Faced</vt:lpstr>
      <vt:lpstr>Difference Between Normal Planner and AI Planner</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MADDASANI AKHILA</dc:creator>
  <cp:lastModifiedBy>MADDASANI AKHILA</cp:lastModifiedBy>
  <cp:revision>1</cp:revision>
  <dcterms:created xsi:type="dcterms:W3CDTF">2026-03-29T05:28:52Z</dcterms:created>
  <dcterms:modified xsi:type="dcterms:W3CDTF">2026-03-29T06:41:15Z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0x0101002895B0073362084F882CB8103ADDBA9E</vt:lpwstr>
  </property>
</Properties>
</file>